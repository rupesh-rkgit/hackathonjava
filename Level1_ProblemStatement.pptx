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900" r:id="rId2"/>
    <p:sldId id="901" r:id="rId3"/>
    <p:sldId id="889" r:id="rId4"/>
    <p:sldId id="913" r:id="rId5"/>
    <p:sldId id="915" r:id="rId6"/>
    <p:sldId id="879" r:id="rId7"/>
    <p:sldId id="905" r:id="rId8"/>
    <p:sldId id="903" r:id="rId9"/>
    <p:sldId id="916" r:id="rId10"/>
    <p:sldId id="894" r:id="rId11"/>
    <p:sldId id="906" r:id="rId12"/>
    <p:sldId id="917" r:id="rId13"/>
    <p:sldId id="897" r:id="rId14"/>
    <p:sldId id="899" r:id="rId15"/>
    <p:sldId id="911" r:id="rId16"/>
    <p:sldId id="912" r:id="rId17"/>
    <p:sldId id="89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874C1584-6540-55F9-8632-02D213301920}" name="Bhola, Gaurav" initials="GB" userId="S::gaurav.a.bhola@accenture.com::195da03a-ad2d-433c-8f14-85ea8ae05444" providerId="AD"/>
  <p188:author id="{93237C93-B120-6243-2BD4-AE05B823181D}" name="Krishnan, Anjana" initials="AK" userId="S::a.x.krishna@accenture.com::4b7c8e5f-1928-4742-9ef9-5ba4f43df29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B0B58B-09A2-4EB4-A558-01D6B5FEA385}" v="423" dt="2026-04-28T13:52:20.482"/>
    <p1510:client id="{848C9DEF-94EC-48EC-8E61-FD3A3CC1D63A}" v="3914" dt="2026-04-28T13:49:18.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Singh, Birendra" userId="3f5a3a77-c942-40d0-9277-b3b2f04a8432" providerId="ADAL" clId="{E28C1469-B786-4BAE-9535-EBFEBF05D50A}"/>
    <pc:docChg chg="undo redo custSel addSld delSld modSld sldOrd">
      <pc:chgData name="Kumar Singh, Birendra" userId="3f5a3a77-c942-40d0-9277-b3b2f04a8432" providerId="ADAL" clId="{E28C1469-B786-4BAE-9535-EBFEBF05D50A}" dt="2026-04-27T03:26:31.816" v="16501" actId="115"/>
      <pc:docMkLst>
        <pc:docMk/>
      </pc:docMkLst>
      <pc:sldChg chg="modSp mod">
        <pc:chgData name="Kumar Singh, Birendra" userId="3f5a3a77-c942-40d0-9277-b3b2f04a8432" providerId="ADAL" clId="{E28C1469-B786-4BAE-9535-EBFEBF05D50A}" dt="2026-04-24T10:16:47.161" v="16105" actId="34807"/>
        <pc:sldMkLst>
          <pc:docMk/>
          <pc:sldMk cId="3359092886" sldId="879"/>
        </pc:sldMkLst>
        <pc:spChg chg="mod">
          <ac:chgData name="Kumar Singh, Birendra" userId="3f5a3a77-c942-40d0-9277-b3b2f04a8432" providerId="ADAL" clId="{E28C1469-B786-4BAE-9535-EBFEBF05D50A}" dt="2026-04-24T10:16:47.161" v="16105" actId="34807"/>
          <ac:spMkLst>
            <pc:docMk/>
            <pc:sldMk cId="3359092886" sldId="879"/>
            <ac:spMk id="4" creationId="{81FCC5B5-B273-DC15-9083-DE8B76E59C50}"/>
          </ac:spMkLst>
        </pc:spChg>
      </pc:sldChg>
      <pc:sldChg chg="modSp mod">
        <pc:chgData name="Kumar Singh, Birendra" userId="3f5a3a77-c942-40d0-9277-b3b2f04a8432" providerId="ADAL" clId="{E28C1469-B786-4BAE-9535-EBFEBF05D50A}" dt="2026-04-24T10:14:50.376" v="16061" actId="27636"/>
        <pc:sldMkLst>
          <pc:docMk/>
          <pc:sldMk cId="2300038905" sldId="889"/>
        </pc:sldMkLst>
        <pc:spChg chg="mod">
          <ac:chgData name="Kumar Singh, Birendra" userId="3f5a3a77-c942-40d0-9277-b3b2f04a8432" providerId="ADAL" clId="{E28C1469-B786-4BAE-9535-EBFEBF05D50A}" dt="2026-04-24T10:14:50.376" v="16061" actId="27636"/>
          <ac:spMkLst>
            <pc:docMk/>
            <pc:sldMk cId="2300038905" sldId="889"/>
            <ac:spMk id="12" creationId="{7ED1D75B-87B1-C551-3666-4A5133CD1247}"/>
          </ac:spMkLst>
        </pc:spChg>
      </pc:sldChg>
      <pc:sldChg chg="addSp delSp modSp add del mod setBg delDesignElem">
        <pc:chgData name="Kumar Singh, Birendra" userId="3f5a3a77-c942-40d0-9277-b3b2f04a8432" providerId="ADAL" clId="{E28C1469-B786-4BAE-9535-EBFEBF05D50A}" dt="2026-04-24T10:34:01.853" v="16447" actId="12"/>
        <pc:sldMkLst>
          <pc:docMk/>
          <pc:sldMk cId="2360038066" sldId="894"/>
        </pc:sldMkLst>
        <pc:spChg chg="mod">
          <ac:chgData name="Kumar Singh, Birendra" userId="3f5a3a77-c942-40d0-9277-b3b2f04a8432" providerId="ADAL" clId="{E28C1469-B786-4BAE-9535-EBFEBF05D50A}" dt="2026-04-23T19:23:38.046" v="12796" actId="20577"/>
          <ac:spMkLst>
            <pc:docMk/>
            <pc:sldMk cId="2360038066" sldId="894"/>
            <ac:spMk id="2" creationId="{B0B30D49-C2E6-BED3-B20A-52391A0224AD}"/>
          </ac:spMkLst>
        </pc:spChg>
        <pc:spChg chg="add mod">
          <ac:chgData name="Kumar Singh, Birendra" userId="3f5a3a77-c942-40d0-9277-b3b2f04a8432" providerId="ADAL" clId="{E28C1469-B786-4BAE-9535-EBFEBF05D50A}" dt="2026-04-24T10:25:22.296" v="16230" actId="20577"/>
          <ac:spMkLst>
            <pc:docMk/>
            <pc:sldMk cId="2360038066" sldId="894"/>
            <ac:spMk id="5" creationId="{860B2E10-77AD-83CB-7607-FF6E26B2E6BF}"/>
          </ac:spMkLst>
        </pc:spChg>
        <pc:spChg chg="add mod">
          <ac:chgData name="Kumar Singh, Birendra" userId="3f5a3a77-c942-40d0-9277-b3b2f04a8432" providerId="ADAL" clId="{E28C1469-B786-4BAE-9535-EBFEBF05D50A}" dt="2026-04-24T10:34:01.853" v="16447" actId="12"/>
          <ac:spMkLst>
            <pc:docMk/>
            <pc:sldMk cId="2360038066" sldId="894"/>
            <ac:spMk id="8" creationId="{A896BAD7-631E-93E9-6AE2-75C94DF20F27}"/>
          </ac:spMkLst>
        </pc:spChg>
        <pc:spChg chg="mod">
          <ac:chgData name="Kumar Singh, Birendra" userId="3f5a3a77-c942-40d0-9277-b3b2f04a8432" providerId="ADAL" clId="{E28C1469-B786-4BAE-9535-EBFEBF05D50A}" dt="2026-04-24T10:24:51.167" v="16226" actId="34807"/>
          <ac:spMkLst>
            <pc:docMk/>
            <pc:sldMk cId="2360038066" sldId="894"/>
            <ac:spMk id="16" creationId="{A80B773B-F5CC-FCF2-C2B1-68A62DC16581}"/>
          </ac:spMkLst>
        </pc:spChg>
        <pc:spChg chg="add del">
          <ac:chgData name="Kumar Singh, Birendra" userId="3f5a3a77-c942-40d0-9277-b3b2f04a8432" providerId="ADAL" clId="{E28C1469-B786-4BAE-9535-EBFEBF05D50A}" dt="2026-04-22T17:29:46.750" v="391"/>
          <ac:spMkLst>
            <pc:docMk/>
            <pc:sldMk cId="2360038066" sldId="894"/>
            <ac:spMk id="24" creationId="{AAD0DBB9-1A4B-4391-81D4-CB19F9AB918A}"/>
          </ac:spMkLst>
        </pc:spChg>
        <pc:spChg chg="add del">
          <ac:chgData name="Kumar Singh, Birendra" userId="3f5a3a77-c942-40d0-9277-b3b2f04a8432" providerId="ADAL" clId="{E28C1469-B786-4BAE-9535-EBFEBF05D50A}" dt="2026-04-22T17:29:46.750" v="391"/>
          <ac:spMkLst>
            <pc:docMk/>
            <pc:sldMk cId="2360038066" sldId="894"/>
            <ac:spMk id="25" creationId="{BACC6370-2D7E-4714-9D71-7542949D7D5D}"/>
          </ac:spMkLst>
        </pc:spChg>
        <pc:spChg chg="add del">
          <ac:chgData name="Kumar Singh, Birendra" userId="3f5a3a77-c942-40d0-9277-b3b2f04a8432" providerId="ADAL" clId="{E28C1469-B786-4BAE-9535-EBFEBF05D50A}" dt="2026-04-22T17:29:46.750" v="391"/>
          <ac:spMkLst>
            <pc:docMk/>
            <pc:sldMk cId="2360038066" sldId="894"/>
            <ac:spMk id="26" creationId="{063BBA22-50EA-4C4D-BE05-F1CE4E63AA56}"/>
          </ac:spMkLst>
        </pc:spChg>
        <pc:spChg chg="add del">
          <ac:chgData name="Kumar Singh, Birendra" userId="3f5a3a77-c942-40d0-9277-b3b2f04a8432" providerId="ADAL" clId="{E28C1469-B786-4BAE-9535-EBFEBF05D50A}" dt="2026-04-22T17:29:46.750" v="391"/>
          <ac:spMkLst>
            <pc:docMk/>
            <pc:sldMk cId="2360038066" sldId="894"/>
            <ac:spMk id="27" creationId="{F68B3F68-107C-434F-AA38-110D5EA91B85}"/>
          </ac:spMkLst>
        </pc:spChg>
        <pc:picChg chg="add mod">
          <ac:chgData name="Kumar Singh, Birendra" userId="3f5a3a77-c942-40d0-9277-b3b2f04a8432" providerId="ADAL" clId="{E28C1469-B786-4BAE-9535-EBFEBF05D50A}" dt="2026-04-23T19:47:48.074" v="14333" actId="1035"/>
          <ac:picMkLst>
            <pc:docMk/>
            <pc:sldMk cId="2360038066" sldId="894"/>
            <ac:picMk id="4" creationId="{CE7FB7C1-2394-B748-CD66-4EEEE93BAABD}"/>
          </ac:picMkLst>
        </pc:picChg>
        <pc:picChg chg="add mod">
          <ac:chgData name="Kumar Singh, Birendra" userId="3f5a3a77-c942-40d0-9277-b3b2f04a8432" providerId="ADAL" clId="{E28C1469-B786-4BAE-9535-EBFEBF05D50A}" dt="2026-04-23T19:47:52.740" v="14338" actId="1035"/>
          <ac:picMkLst>
            <pc:docMk/>
            <pc:sldMk cId="2360038066" sldId="894"/>
            <ac:picMk id="7" creationId="{F6F917C1-4D93-DBBF-ED3E-5F3A4E21788A}"/>
          </ac:picMkLst>
        </pc:picChg>
      </pc:sldChg>
      <pc:sldChg chg="addSp delSp modSp add del mod setBg delDesignElem">
        <pc:chgData name="Kumar Singh, Birendra" userId="3f5a3a77-c942-40d0-9277-b3b2f04a8432" providerId="ADAL" clId="{E28C1469-B786-4BAE-9535-EBFEBF05D50A}" dt="2026-04-27T03:26:31.816" v="16501" actId="115"/>
        <pc:sldMkLst>
          <pc:docMk/>
          <pc:sldMk cId="1886989446" sldId="897"/>
        </pc:sldMkLst>
        <pc:spChg chg="add del mod">
          <ac:chgData name="Kumar Singh, Birendra" userId="3f5a3a77-c942-40d0-9277-b3b2f04a8432" providerId="ADAL" clId="{E28C1469-B786-4BAE-9535-EBFEBF05D50A}" dt="2026-04-27T03:26:31.816" v="16501" actId="115"/>
          <ac:spMkLst>
            <pc:docMk/>
            <pc:sldMk cId="1886989446" sldId="897"/>
            <ac:spMk id="3" creationId="{C0C1A892-BA91-BC57-B652-464FFC5D2806}"/>
          </ac:spMkLst>
        </pc:spChg>
        <pc:spChg chg="add del">
          <ac:chgData name="Kumar Singh, Birendra" userId="3f5a3a77-c942-40d0-9277-b3b2f04a8432" providerId="ADAL" clId="{E28C1469-B786-4BAE-9535-EBFEBF05D50A}" dt="2026-04-24T07:38:48.494" v="14885"/>
          <ac:spMkLst>
            <pc:docMk/>
            <pc:sldMk cId="1886989446" sldId="897"/>
            <ac:spMk id="8" creationId="{1B15ED52-F352-441B-82BF-E0EA34836D08}"/>
          </ac:spMkLst>
        </pc:spChg>
        <pc:spChg chg="add del">
          <ac:chgData name="Kumar Singh, Birendra" userId="3f5a3a77-c942-40d0-9277-b3b2f04a8432" providerId="ADAL" clId="{E28C1469-B786-4BAE-9535-EBFEBF05D50A}" dt="2026-04-24T07:38:48.494" v="14885"/>
          <ac:spMkLst>
            <pc:docMk/>
            <pc:sldMk cId="1886989446" sldId="897"/>
            <ac:spMk id="10" creationId="{3B2E3793-BFE6-45A2-9B7B-E18844431C99}"/>
          </ac:spMkLst>
        </pc:spChg>
        <pc:spChg chg="add del">
          <ac:chgData name="Kumar Singh, Birendra" userId="3f5a3a77-c942-40d0-9277-b3b2f04a8432" providerId="ADAL" clId="{E28C1469-B786-4BAE-9535-EBFEBF05D50A}" dt="2026-04-24T07:38:48.494" v="14885"/>
          <ac:spMkLst>
            <pc:docMk/>
            <pc:sldMk cId="1886989446" sldId="897"/>
            <ac:spMk id="12" creationId="{BC4C4868-CB8F-4AF9-9CDB-8108F2C19B67}"/>
          </ac:spMkLst>
        </pc:spChg>
        <pc:spChg chg="add del">
          <ac:chgData name="Kumar Singh, Birendra" userId="3f5a3a77-c942-40d0-9277-b3b2f04a8432" providerId="ADAL" clId="{E28C1469-B786-4BAE-9535-EBFEBF05D50A}" dt="2026-04-24T07:38:48.494" v="14885"/>
          <ac:spMkLst>
            <pc:docMk/>
            <pc:sldMk cId="1886989446" sldId="897"/>
            <ac:spMk id="14" creationId="{375E0459-6403-40CD-989D-56A4407CA12E}"/>
          </ac:spMkLst>
        </pc:spChg>
        <pc:spChg chg="add del">
          <ac:chgData name="Kumar Singh, Birendra" userId="3f5a3a77-c942-40d0-9277-b3b2f04a8432" providerId="ADAL" clId="{E28C1469-B786-4BAE-9535-EBFEBF05D50A}" dt="2026-04-24T07:38:48.494" v="14885"/>
          <ac:spMkLst>
            <pc:docMk/>
            <pc:sldMk cId="1886989446" sldId="897"/>
            <ac:spMk id="16" creationId="{53E5B1A8-3AC9-4BD1-9BBC-78CA94F2D1BA}"/>
          </ac:spMkLst>
        </pc:spChg>
      </pc:sldChg>
      <pc:sldChg chg="addSp delSp modSp add del mod setBg delDesignElem">
        <pc:chgData name="Kumar Singh, Birendra" userId="3f5a3a77-c942-40d0-9277-b3b2f04a8432" providerId="ADAL" clId="{E28C1469-B786-4BAE-9535-EBFEBF05D50A}" dt="2026-04-24T08:03:19.552" v="15434" actId="20577"/>
        <pc:sldMkLst>
          <pc:docMk/>
          <pc:sldMk cId="2175100298" sldId="899"/>
        </pc:sldMkLst>
        <pc:spChg chg="mod">
          <ac:chgData name="Kumar Singh, Birendra" userId="3f5a3a77-c942-40d0-9277-b3b2f04a8432" providerId="ADAL" clId="{E28C1469-B786-4BAE-9535-EBFEBF05D50A}" dt="2026-04-24T08:03:19.552" v="15434" actId="20577"/>
          <ac:spMkLst>
            <pc:docMk/>
            <pc:sldMk cId="2175100298" sldId="899"/>
            <ac:spMk id="2" creationId="{9FC45205-95F8-07EB-E678-66B594EE102E}"/>
          </ac:spMkLst>
        </pc:spChg>
        <pc:spChg chg="add del">
          <ac:chgData name="Kumar Singh, Birendra" userId="3f5a3a77-c942-40d0-9277-b3b2f04a8432" providerId="ADAL" clId="{E28C1469-B786-4BAE-9535-EBFEBF05D50A}" dt="2026-04-24T07:53:57.198" v="15255" actId="26606"/>
          <ac:spMkLst>
            <pc:docMk/>
            <pc:sldMk cId="2175100298" sldId="899"/>
            <ac:spMk id="8" creationId="{1B15ED52-F352-441B-82BF-E0EA34836D08}"/>
          </ac:spMkLst>
        </pc:spChg>
        <pc:spChg chg="add del">
          <ac:chgData name="Kumar Singh, Birendra" userId="3f5a3a77-c942-40d0-9277-b3b2f04a8432" providerId="ADAL" clId="{E28C1469-B786-4BAE-9535-EBFEBF05D50A}" dt="2026-04-24T07:53:57.198" v="15255" actId="26606"/>
          <ac:spMkLst>
            <pc:docMk/>
            <pc:sldMk cId="2175100298" sldId="899"/>
            <ac:spMk id="10" creationId="{3B2E3793-BFE6-45A2-9B7B-E18844431C99}"/>
          </ac:spMkLst>
        </pc:spChg>
        <pc:spChg chg="add del">
          <ac:chgData name="Kumar Singh, Birendra" userId="3f5a3a77-c942-40d0-9277-b3b2f04a8432" providerId="ADAL" clId="{E28C1469-B786-4BAE-9535-EBFEBF05D50A}" dt="2026-04-24T07:53:57.198" v="15255" actId="26606"/>
          <ac:spMkLst>
            <pc:docMk/>
            <pc:sldMk cId="2175100298" sldId="899"/>
            <ac:spMk id="12" creationId="{BC4C4868-CB8F-4AF9-9CDB-8108F2C19B67}"/>
          </ac:spMkLst>
        </pc:spChg>
        <pc:spChg chg="add del">
          <ac:chgData name="Kumar Singh, Birendra" userId="3f5a3a77-c942-40d0-9277-b3b2f04a8432" providerId="ADAL" clId="{E28C1469-B786-4BAE-9535-EBFEBF05D50A}" dt="2026-04-24T07:53:57.198" v="15255" actId="26606"/>
          <ac:spMkLst>
            <pc:docMk/>
            <pc:sldMk cId="2175100298" sldId="899"/>
            <ac:spMk id="14" creationId="{375E0459-6403-40CD-989D-56A4407CA12E}"/>
          </ac:spMkLst>
        </pc:spChg>
        <pc:spChg chg="add del">
          <ac:chgData name="Kumar Singh, Birendra" userId="3f5a3a77-c942-40d0-9277-b3b2f04a8432" providerId="ADAL" clId="{E28C1469-B786-4BAE-9535-EBFEBF05D50A}" dt="2026-04-24T07:53:57.198" v="15255" actId="26606"/>
          <ac:spMkLst>
            <pc:docMk/>
            <pc:sldMk cId="2175100298" sldId="899"/>
            <ac:spMk id="16" creationId="{53E5B1A8-3AC9-4BD1-9BBC-78CA94F2D1BA}"/>
          </ac:spMkLst>
        </pc:spChg>
        <pc:graphicFrameChg chg="add del mod modGraphic">
          <ac:chgData name="Kumar Singh, Birendra" userId="3f5a3a77-c942-40d0-9277-b3b2f04a8432" providerId="ADAL" clId="{E28C1469-B786-4BAE-9535-EBFEBF05D50A}" dt="2026-04-24T08:02:58.456" v="15410" actId="404"/>
          <ac:graphicFrameMkLst>
            <pc:docMk/>
            <pc:sldMk cId="2175100298" sldId="899"/>
            <ac:graphicFrameMk id="9" creationId="{7231824C-D2F4-11B4-2410-70356E29422B}"/>
          </ac:graphicFrameMkLst>
        </pc:graphicFrameChg>
      </pc:sldChg>
      <pc:sldChg chg="addSp delSp modSp add mod ord">
        <pc:chgData name="Kumar Singh, Birendra" userId="3f5a3a77-c942-40d0-9277-b3b2f04a8432" providerId="ADAL" clId="{E28C1469-B786-4BAE-9535-EBFEBF05D50A}" dt="2026-04-24T10:23:51.968" v="16218" actId="12"/>
        <pc:sldMkLst>
          <pc:docMk/>
          <pc:sldMk cId="967003020" sldId="903"/>
        </pc:sldMkLst>
        <pc:spChg chg="mod">
          <ac:chgData name="Kumar Singh, Birendra" userId="3f5a3a77-c942-40d0-9277-b3b2f04a8432" providerId="ADAL" clId="{E28C1469-B786-4BAE-9535-EBFEBF05D50A}" dt="2026-04-23T19:23:30.631" v="12792" actId="20577"/>
          <ac:spMkLst>
            <pc:docMk/>
            <pc:sldMk cId="967003020" sldId="903"/>
            <ac:spMk id="2" creationId="{9F6BDB78-7004-9B45-FF89-42FBFDCC656C}"/>
          </ac:spMkLst>
        </pc:spChg>
        <pc:spChg chg="add mod">
          <ac:chgData name="Kumar Singh, Birendra" userId="3f5a3a77-c942-40d0-9277-b3b2f04a8432" providerId="ADAL" clId="{E28C1469-B786-4BAE-9535-EBFEBF05D50A}" dt="2026-04-24T10:21:08.818" v="16211" actId="34807"/>
          <ac:spMkLst>
            <pc:docMk/>
            <pc:sldMk cId="967003020" sldId="903"/>
            <ac:spMk id="9" creationId="{EBFD91CA-1545-B4C3-8154-818AE2565393}"/>
          </ac:spMkLst>
        </pc:spChg>
        <pc:spChg chg="add mod">
          <ac:chgData name="Kumar Singh, Birendra" userId="3f5a3a77-c942-40d0-9277-b3b2f04a8432" providerId="ADAL" clId="{E28C1469-B786-4BAE-9535-EBFEBF05D50A}" dt="2026-04-24T10:20:51.490" v="16210" actId="20577"/>
          <ac:spMkLst>
            <pc:docMk/>
            <pc:sldMk cId="967003020" sldId="903"/>
            <ac:spMk id="13" creationId="{6E2F68DF-A350-4998-09CF-629C3ACC6609}"/>
          </ac:spMkLst>
        </pc:spChg>
        <pc:spChg chg="add mod">
          <ac:chgData name="Kumar Singh, Birendra" userId="3f5a3a77-c942-40d0-9277-b3b2f04a8432" providerId="ADAL" clId="{E28C1469-B786-4BAE-9535-EBFEBF05D50A}" dt="2026-04-24T10:23:51.968" v="16218" actId="12"/>
          <ac:spMkLst>
            <pc:docMk/>
            <pc:sldMk cId="967003020" sldId="903"/>
            <ac:spMk id="15" creationId="{7CDE854F-046E-3CB5-44A7-9C853B5F16A5}"/>
          </ac:spMkLst>
        </pc:spChg>
        <pc:spChg chg="mod">
          <ac:chgData name="Kumar Singh, Birendra" userId="3f5a3a77-c942-40d0-9277-b3b2f04a8432" providerId="ADAL" clId="{E28C1469-B786-4BAE-9535-EBFEBF05D50A}" dt="2026-04-23T18:18:11.212" v="8622" actId="1035"/>
          <ac:spMkLst>
            <pc:docMk/>
            <pc:sldMk cId="967003020" sldId="903"/>
            <ac:spMk id="17" creationId="{985551D5-108A-6968-F191-F5420752A561}"/>
          </ac:spMkLst>
        </pc:spChg>
        <pc:picChg chg="add mod">
          <ac:chgData name="Kumar Singh, Birendra" userId="3f5a3a77-c942-40d0-9277-b3b2f04a8432" providerId="ADAL" clId="{E28C1469-B786-4BAE-9535-EBFEBF05D50A}" dt="2026-04-23T19:03:22.398" v="11315" actId="14100"/>
          <ac:picMkLst>
            <pc:docMk/>
            <pc:sldMk cId="967003020" sldId="903"/>
            <ac:picMk id="8" creationId="{9F1CF241-0379-28AB-76D9-05739A4C835B}"/>
          </ac:picMkLst>
        </pc:picChg>
        <pc:cxnChg chg="add mod">
          <ac:chgData name="Kumar Singh, Birendra" userId="3f5a3a77-c942-40d0-9277-b3b2f04a8432" providerId="ADAL" clId="{E28C1469-B786-4BAE-9535-EBFEBF05D50A}" dt="2026-04-23T22:48:46.556" v="14861" actId="1582"/>
          <ac:cxnSpMkLst>
            <pc:docMk/>
            <pc:sldMk cId="967003020" sldId="903"/>
            <ac:cxnSpMk id="21" creationId="{AD80E3C5-FE57-D82C-1C24-E3287E9E0CC2}"/>
          </ac:cxnSpMkLst>
        </pc:cxnChg>
      </pc:sldChg>
      <pc:sldChg chg="addSp delSp modSp add mod ord">
        <pc:chgData name="Kumar Singh, Birendra" userId="3f5a3a77-c942-40d0-9277-b3b2f04a8432" providerId="ADAL" clId="{E28C1469-B786-4BAE-9535-EBFEBF05D50A}" dt="2026-04-24T10:20:17.538" v="16203" actId="1076"/>
        <pc:sldMkLst>
          <pc:docMk/>
          <pc:sldMk cId="2272461250" sldId="905"/>
        </pc:sldMkLst>
        <pc:spChg chg="mod">
          <ac:chgData name="Kumar Singh, Birendra" userId="3f5a3a77-c942-40d0-9277-b3b2f04a8432" providerId="ADAL" clId="{E28C1469-B786-4BAE-9535-EBFEBF05D50A}" dt="2026-04-24T10:20:03.649" v="16185" actId="12"/>
          <ac:spMkLst>
            <pc:docMk/>
            <pc:sldMk cId="2272461250" sldId="905"/>
            <ac:spMk id="12" creationId="{09A6EEF7-7416-E2C6-63E6-D174F9E915D4}"/>
          </ac:spMkLst>
        </pc:spChg>
        <pc:spChg chg="add mod">
          <ac:chgData name="Kumar Singh, Birendra" userId="3f5a3a77-c942-40d0-9277-b3b2f04a8432" providerId="ADAL" clId="{E28C1469-B786-4BAE-9535-EBFEBF05D50A}" dt="2026-04-24T10:20:17.538" v="16203" actId="1076"/>
          <ac:spMkLst>
            <pc:docMk/>
            <pc:sldMk cId="2272461250" sldId="905"/>
            <ac:spMk id="14" creationId="{5175071B-ABA6-C5A1-0B18-E3DCC58B86BF}"/>
          </ac:spMkLst>
        </pc:spChg>
        <pc:spChg chg="mod">
          <ac:chgData name="Kumar Singh, Birendra" userId="3f5a3a77-c942-40d0-9277-b3b2f04a8432" providerId="ADAL" clId="{E28C1469-B786-4BAE-9535-EBFEBF05D50A}" dt="2026-04-24T10:17:39.374" v="16112" actId="34807"/>
          <ac:spMkLst>
            <pc:docMk/>
            <pc:sldMk cId="2272461250" sldId="905"/>
            <ac:spMk id="16" creationId="{5C3A3B04-A4F0-D285-D5BB-0D9C8A54221E}"/>
          </ac:spMkLst>
        </pc:spChg>
      </pc:sldChg>
      <pc:sldChg chg="addSp delSp modSp add mod">
        <pc:chgData name="Kumar Singh, Birendra" userId="3f5a3a77-c942-40d0-9277-b3b2f04a8432" providerId="ADAL" clId="{E28C1469-B786-4BAE-9535-EBFEBF05D50A}" dt="2026-04-24T10:33:52.132" v="16446" actId="12"/>
        <pc:sldMkLst>
          <pc:docMk/>
          <pc:sldMk cId="372738221" sldId="906"/>
        </pc:sldMkLst>
        <pc:spChg chg="mod">
          <ac:chgData name="Kumar Singh, Birendra" userId="3f5a3a77-c942-40d0-9277-b3b2f04a8432" providerId="ADAL" clId="{E28C1469-B786-4BAE-9535-EBFEBF05D50A}" dt="2026-04-23T19:23:19.666" v="12790" actId="20577"/>
          <ac:spMkLst>
            <pc:docMk/>
            <pc:sldMk cId="372738221" sldId="906"/>
            <ac:spMk id="2" creationId="{B49686B3-4A70-03F5-89A2-A6ED8DCD0FEB}"/>
          </ac:spMkLst>
        </pc:spChg>
        <pc:spChg chg="mod">
          <ac:chgData name="Kumar Singh, Birendra" userId="3f5a3a77-c942-40d0-9277-b3b2f04a8432" providerId="ADAL" clId="{E28C1469-B786-4BAE-9535-EBFEBF05D50A}" dt="2026-04-24T10:33:52.132" v="16446" actId="12"/>
          <ac:spMkLst>
            <pc:docMk/>
            <pc:sldMk cId="372738221" sldId="906"/>
            <ac:spMk id="16" creationId="{0E4E8243-3F06-25F9-208D-9EC824BF50AF}"/>
          </ac:spMkLst>
        </pc:spChg>
      </pc:sldChg>
      <pc:sldChg chg="addSp delSp modSp add del mod setBg delDesignElem">
        <pc:chgData name="Kumar Singh, Birendra" userId="3f5a3a77-c942-40d0-9277-b3b2f04a8432" providerId="ADAL" clId="{E28C1469-B786-4BAE-9535-EBFEBF05D50A}" dt="2026-04-24T08:05:31.780" v="15485" actId="14100"/>
        <pc:sldMkLst>
          <pc:docMk/>
          <pc:sldMk cId="816673371" sldId="911"/>
        </pc:sldMkLst>
        <pc:spChg chg="mod">
          <ac:chgData name="Kumar Singh, Birendra" userId="3f5a3a77-c942-40d0-9277-b3b2f04a8432" providerId="ADAL" clId="{E28C1469-B786-4BAE-9535-EBFEBF05D50A}" dt="2026-04-24T08:03:39.614" v="15463" actId="20577"/>
          <ac:spMkLst>
            <pc:docMk/>
            <pc:sldMk cId="816673371" sldId="911"/>
            <ac:spMk id="2" creationId="{695CCCEC-497C-994F-D99A-5FA32885558A}"/>
          </ac:spMkLst>
        </pc:spChg>
        <pc:spChg chg="add del">
          <ac:chgData name="Kumar Singh, Birendra" userId="3f5a3a77-c942-40d0-9277-b3b2f04a8432" providerId="ADAL" clId="{E28C1469-B786-4BAE-9535-EBFEBF05D50A}" dt="2026-04-24T07:38:48.494" v="14885"/>
          <ac:spMkLst>
            <pc:docMk/>
            <pc:sldMk cId="816673371" sldId="911"/>
            <ac:spMk id="8" creationId="{20CDFE09-E3FA-DEFA-DBF6-6630EC2F59C9}"/>
          </ac:spMkLst>
        </pc:spChg>
        <pc:spChg chg="add del">
          <ac:chgData name="Kumar Singh, Birendra" userId="3f5a3a77-c942-40d0-9277-b3b2f04a8432" providerId="ADAL" clId="{E28C1469-B786-4BAE-9535-EBFEBF05D50A}" dt="2026-04-24T07:38:48.494" v="14885"/>
          <ac:spMkLst>
            <pc:docMk/>
            <pc:sldMk cId="816673371" sldId="911"/>
            <ac:spMk id="10" creationId="{6A5F4BFE-16FA-91AE-AAA5-36D3FD99F298}"/>
          </ac:spMkLst>
        </pc:spChg>
        <pc:spChg chg="add del">
          <ac:chgData name="Kumar Singh, Birendra" userId="3f5a3a77-c942-40d0-9277-b3b2f04a8432" providerId="ADAL" clId="{E28C1469-B786-4BAE-9535-EBFEBF05D50A}" dt="2026-04-24T07:38:48.494" v="14885"/>
          <ac:spMkLst>
            <pc:docMk/>
            <pc:sldMk cId="816673371" sldId="911"/>
            <ac:spMk id="12" creationId="{FB0AB97F-9941-13FB-E674-CD7705000626}"/>
          </ac:spMkLst>
        </pc:spChg>
        <pc:spChg chg="add del">
          <ac:chgData name="Kumar Singh, Birendra" userId="3f5a3a77-c942-40d0-9277-b3b2f04a8432" providerId="ADAL" clId="{E28C1469-B786-4BAE-9535-EBFEBF05D50A}" dt="2026-04-24T07:38:48.494" v="14885"/>
          <ac:spMkLst>
            <pc:docMk/>
            <pc:sldMk cId="816673371" sldId="911"/>
            <ac:spMk id="14" creationId="{419B60FC-C11B-1652-F658-9E105920D4B4}"/>
          </ac:spMkLst>
        </pc:spChg>
        <pc:spChg chg="add del">
          <ac:chgData name="Kumar Singh, Birendra" userId="3f5a3a77-c942-40d0-9277-b3b2f04a8432" providerId="ADAL" clId="{E28C1469-B786-4BAE-9535-EBFEBF05D50A}" dt="2026-04-24T07:38:48.494" v="14885"/>
          <ac:spMkLst>
            <pc:docMk/>
            <pc:sldMk cId="816673371" sldId="911"/>
            <ac:spMk id="16" creationId="{6C67EF54-934F-E92E-C185-95244F59495C}"/>
          </ac:spMkLst>
        </pc:spChg>
        <pc:graphicFrameChg chg="add mod modGraphic">
          <ac:chgData name="Kumar Singh, Birendra" userId="3f5a3a77-c942-40d0-9277-b3b2f04a8432" providerId="ADAL" clId="{E28C1469-B786-4BAE-9535-EBFEBF05D50A}" dt="2026-04-24T08:04:51.327" v="15476" actId="14100"/>
          <ac:graphicFrameMkLst>
            <pc:docMk/>
            <pc:sldMk cId="816673371" sldId="911"/>
            <ac:graphicFrameMk id="3" creationId="{24A2559E-94D1-3C15-3A28-2DEBA4051CE4}"/>
          </ac:graphicFrameMkLst>
        </pc:graphicFrameChg>
        <pc:graphicFrameChg chg="add mod modGraphic">
          <ac:chgData name="Kumar Singh, Birendra" userId="3f5a3a77-c942-40d0-9277-b3b2f04a8432" providerId="ADAL" clId="{E28C1469-B786-4BAE-9535-EBFEBF05D50A}" dt="2026-04-24T08:05:31.780" v="15485" actId="14100"/>
          <ac:graphicFrameMkLst>
            <pc:docMk/>
            <pc:sldMk cId="816673371" sldId="911"/>
            <ac:graphicFrameMk id="5" creationId="{20DB4255-AAAF-056E-D453-5F977A6FC320}"/>
          </ac:graphicFrameMkLst>
        </pc:graphicFrameChg>
      </pc:sldChg>
      <pc:sldChg chg="delSp modSp add mod">
        <pc:chgData name="Kumar Singh, Birendra" userId="3f5a3a77-c942-40d0-9277-b3b2f04a8432" providerId="ADAL" clId="{E28C1469-B786-4BAE-9535-EBFEBF05D50A}" dt="2026-04-24T08:44:45.067" v="15781" actId="20577"/>
        <pc:sldMkLst>
          <pc:docMk/>
          <pc:sldMk cId="2188225889" sldId="912"/>
        </pc:sldMkLst>
        <pc:spChg chg="mod">
          <ac:chgData name="Kumar Singh, Birendra" userId="3f5a3a77-c942-40d0-9277-b3b2f04a8432" providerId="ADAL" clId="{E28C1469-B786-4BAE-9535-EBFEBF05D50A}" dt="2026-04-24T08:08:45.087" v="15556" actId="20577"/>
          <ac:spMkLst>
            <pc:docMk/>
            <pc:sldMk cId="2188225889" sldId="912"/>
            <ac:spMk id="2" creationId="{ABCFF486-6AE6-2649-BCBC-6681601E311C}"/>
          </ac:spMkLst>
        </pc:spChg>
        <pc:graphicFrameChg chg="mod modGraphic">
          <ac:chgData name="Kumar Singh, Birendra" userId="3f5a3a77-c942-40d0-9277-b3b2f04a8432" providerId="ADAL" clId="{E28C1469-B786-4BAE-9535-EBFEBF05D50A}" dt="2026-04-24T08:44:45.067" v="15781" actId="20577"/>
          <ac:graphicFrameMkLst>
            <pc:docMk/>
            <pc:sldMk cId="2188225889" sldId="912"/>
            <ac:graphicFrameMk id="3" creationId="{108062F6-A8BC-BE20-8975-8F0D87EFC2E9}"/>
          </ac:graphicFrameMkLst>
        </pc:graphicFrameChg>
      </pc:sldChg>
    </pc:docChg>
  </pc:docChgLst>
  <pc:docChgLst>
    <pc:chgData name="Kumar Singh, Birendra" userId="S::birendra.kumar.singh@accenture.com::3f5a3a77-c942-40d0-9277-b3b2f04a8432" providerId="AD" clId="Web-{4D932A3B-9C56-825F-13D1-496135778CCF}"/>
    <pc:docChg chg="modSld">
      <pc:chgData name="Kumar Singh, Birendra" userId="S::birendra.kumar.singh@accenture.com::3f5a3a77-c942-40d0-9277-b3b2f04a8432" providerId="AD" clId="Web-{4D932A3B-9C56-825F-13D1-496135778CCF}" dt="2026-04-23T11:43:39.668" v="4" actId="20577"/>
      <pc:docMkLst>
        <pc:docMk/>
      </pc:docMkLst>
    </pc:docChg>
  </pc:docChgLst>
  <pc:docChgLst>
    <pc:chgData name="Avinash Nikam, Swati" userId="S::swati.avinash.nikam@accenture.com::1a4c3042-0682-44ba-b649-e3fd755942de" providerId="AD" clId="Web-{9872F5FC-F3DF-4093-E6EC-E1D1B37F9D3F}"/>
    <pc:docChg chg="modSld">
      <pc:chgData name="Avinash Nikam, Swati" userId="S::swati.avinash.nikam@accenture.com::1a4c3042-0682-44ba-b649-e3fd755942de" providerId="AD" clId="Web-{9872F5FC-F3DF-4093-E6EC-E1D1B37F9D3F}" dt="2026-04-27T07:25:14.921" v="3" actId="20577"/>
      <pc:docMkLst>
        <pc:docMk/>
      </pc:docMkLst>
      <pc:sldChg chg="modSp">
        <pc:chgData name="Avinash Nikam, Swati" userId="S::swati.avinash.nikam@accenture.com::1a4c3042-0682-44ba-b649-e3fd755942de" providerId="AD" clId="Web-{9872F5FC-F3DF-4093-E6EC-E1D1B37F9D3F}" dt="2026-04-27T07:25:14.921" v="3" actId="20577"/>
        <pc:sldMkLst>
          <pc:docMk/>
          <pc:sldMk cId="3359092886" sldId="879"/>
        </pc:sldMkLst>
        <pc:spChg chg="mod">
          <ac:chgData name="Avinash Nikam, Swati" userId="S::swati.avinash.nikam@accenture.com::1a4c3042-0682-44ba-b649-e3fd755942de" providerId="AD" clId="Web-{9872F5FC-F3DF-4093-E6EC-E1D1B37F9D3F}" dt="2026-04-27T07:25:14.921" v="3" actId="20577"/>
          <ac:spMkLst>
            <pc:docMk/>
            <pc:sldMk cId="3359092886" sldId="879"/>
            <ac:spMk id="4" creationId="{81FCC5B5-B273-DC15-9083-DE8B76E59C50}"/>
          </ac:spMkLst>
        </pc:spChg>
      </pc:sldChg>
    </pc:docChg>
  </pc:docChgLst>
  <pc:docChgLst>
    <pc:chgData name="Bhola, Gaurav" userId="195da03a-ad2d-433c-8f14-85ea8ae05444" providerId="ADAL" clId="{7AEDAED6-9D17-45D0-986D-65580A76FA5C}"/>
    <pc:docChg chg="undo redo custSel addSld delSld modSld">
      <pc:chgData name="Bhola, Gaurav" userId="195da03a-ad2d-433c-8f14-85ea8ae05444" providerId="ADAL" clId="{7AEDAED6-9D17-45D0-986D-65580A76FA5C}" dt="2026-04-28T13:49:18.273" v="7056" actId="14430"/>
      <pc:docMkLst>
        <pc:docMk/>
      </pc:docMkLst>
      <pc:sldChg chg="modSp mod">
        <pc:chgData name="Bhola, Gaurav" userId="195da03a-ad2d-433c-8f14-85ea8ae05444" providerId="ADAL" clId="{7AEDAED6-9D17-45D0-986D-65580A76FA5C}" dt="2026-04-27T10:09:31.959" v="2001" actId="20577"/>
        <pc:sldMkLst>
          <pc:docMk/>
          <pc:sldMk cId="3359092886" sldId="879"/>
        </pc:sldMkLst>
        <pc:spChg chg="mod">
          <ac:chgData name="Bhola, Gaurav" userId="195da03a-ad2d-433c-8f14-85ea8ae05444" providerId="ADAL" clId="{7AEDAED6-9D17-45D0-986D-65580A76FA5C}" dt="2026-04-27T10:09:31.959" v="2001" actId="20577"/>
          <ac:spMkLst>
            <pc:docMk/>
            <pc:sldMk cId="3359092886" sldId="879"/>
            <ac:spMk id="4" creationId="{81FCC5B5-B273-DC15-9083-DE8B76E59C50}"/>
          </ac:spMkLst>
        </pc:spChg>
      </pc:sldChg>
      <pc:sldChg chg="addSp delSp modSp mod">
        <pc:chgData name="Bhola, Gaurav" userId="195da03a-ad2d-433c-8f14-85ea8ae05444" providerId="ADAL" clId="{7AEDAED6-9D17-45D0-986D-65580A76FA5C}" dt="2026-04-20T05:54:40.682" v="552" actId="20577"/>
        <pc:sldMkLst>
          <pc:docMk/>
          <pc:sldMk cId="2300038905" sldId="889"/>
        </pc:sldMkLst>
        <pc:spChg chg="mod">
          <ac:chgData name="Bhola, Gaurav" userId="195da03a-ad2d-433c-8f14-85ea8ae05444" providerId="ADAL" clId="{7AEDAED6-9D17-45D0-986D-65580A76FA5C}" dt="2026-04-20T05:54:40.682" v="552" actId="20577"/>
          <ac:spMkLst>
            <pc:docMk/>
            <pc:sldMk cId="2300038905" sldId="889"/>
            <ac:spMk id="12" creationId="{7ED1D75B-87B1-C551-3666-4A5133CD1247}"/>
          </ac:spMkLst>
        </pc:spChg>
      </pc:sldChg>
      <pc:sldChg chg="modSp mod modShow">
        <pc:chgData name="Bhola, Gaurav" userId="195da03a-ad2d-433c-8f14-85ea8ae05444" providerId="ADAL" clId="{7AEDAED6-9D17-45D0-986D-65580A76FA5C}" dt="2026-04-27T09:37:03.375" v="1432" actId="729"/>
        <pc:sldMkLst>
          <pc:docMk/>
          <pc:sldMk cId="1572987173" sldId="890"/>
        </pc:sldMkLst>
      </pc:sldChg>
      <pc:sldChg chg="modSp del mod modShow">
        <pc:chgData name="Bhola, Gaurav" userId="195da03a-ad2d-433c-8f14-85ea8ae05444" providerId="ADAL" clId="{7AEDAED6-9D17-45D0-986D-65580A76FA5C}" dt="2026-04-27T17:14:09.568" v="5371" actId="47"/>
        <pc:sldMkLst>
          <pc:docMk/>
          <pc:sldMk cId="3609314668" sldId="893"/>
        </pc:sldMkLst>
        <pc:spChg chg="mod">
          <ac:chgData name="Bhola, Gaurav" userId="195da03a-ad2d-433c-8f14-85ea8ae05444" providerId="ADAL" clId="{7AEDAED6-9D17-45D0-986D-65580A76FA5C}" dt="2026-04-27T07:48:38.441" v="1393" actId="20577"/>
          <ac:spMkLst>
            <pc:docMk/>
            <pc:sldMk cId="3609314668" sldId="893"/>
            <ac:spMk id="9" creationId="{05E63748-0CF7-4F99-1788-160BAA85DF22}"/>
          </ac:spMkLst>
        </pc:spChg>
      </pc:sldChg>
      <pc:sldChg chg="addSp modSp mod">
        <pc:chgData name="Bhola, Gaurav" userId="195da03a-ad2d-433c-8f14-85ea8ae05444" providerId="ADAL" clId="{7AEDAED6-9D17-45D0-986D-65580A76FA5C}" dt="2026-04-28T13:48:41.018" v="7047" actId="14430"/>
        <pc:sldMkLst>
          <pc:docMk/>
          <pc:sldMk cId="2360038066" sldId="894"/>
        </pc:sldMkLst>
        <pc:spChg chg="mod">
          <ac:chgData name="Bhola, Gaurav" userId="195da03a-ad2d-433c-8f14-85ea8ae05444" providerId="ADAL" clId="{7AEDAED6-9D17-45D0-986D-65580A76FA5C}" dt="2026-04-27T13:16:11.362" v="3872" actId="14100"/>
          <ac:spMkLst>
            <pc:docMk/>
            <pc:sldMk cId="2360038066" sldId="894"/>
            <ac:spMk id="2" creationId="{B0B30D49-C2E6-BED3-B20A-52391A0224AD}"/>
          </ac:spMkLst>
        </pc:spChg>
        <pc:spChg chg="mod">
          <ac:chgData name="Bhola, Gaurav" userId="195da03a-ad2d-433c-8f14-85ea8ae05444" providerId="ADAL" clId="{7AEDAED6-9D17-45D0-986D-65580A76FA5C}" dt="2026-04-28T08:53:11.280" v="7017" actId="20577"/>
          <ac:spMkLst>
            <pc:docMk/>
            <pc:sldMk cId="2360038066" sldId="894"/>
            <ac:spMk id="3" creationId="{EB527F19-AD2C-7B19-CF14-D828019EAA86}"/>
          </ac:spMkLst>
        </pc:spChg>
        <pc:spChg chg="mod">
          <ac:chgData name="Bhola, Gaurav" userId="195da03a-ad2d-433c-8f14-85ea8ae05444" providerId="ADAL" clId="{7AEDAED6-9D17-45D0-986D-65580A76FA5C}" dt="2026-04-27T13:22:17.147" v="4060" actId="1076"/>
          <ac:spMkLst>
            <pc:docMk/>
            <pc:sldMk cId="2360038066" sldId="894"/>
            <ac:spMk id="5" creationId="{860B2E10-77AD-83CB-7607-FF6E26B2E6BF}"/>
          </ac:spMkLst>
        </pc:spChg>
        <pc:spChg chg="add mod">
          <ac:chgData name="Bhola, Gaurav" userId="195da03a-ad2d-433c-8f14-85ea8ae05444" providerId="ADAL" clId="{7AEDAED6-9D17-45D0-986D-65580A76FA5C}" dt="2026-04-27T17:09:13.329" v="5181" actId="1076"/>
          <ac:spMkLst>
            <pc:docMk/>
            <pc:sldMk cId="2360038066" sldId="894"/>
            <ac:spMk id="6" creationId="{7286A942-1523-4022-50C7-B6CBBE7B6D21}"/>
          </ac:spMkLst>
        </pc:spChg>
        <pc:spChg chg="mod">
          <ac:chgData name="Bhola, Gaurav" userId="195da03a-ad2d-433c-8f14-85ea8ae05444" providerId="ADAL" clId="{7AEDAED6-9D17-45D0-986D-65580A76FA5C}" dt="2026-04-27T17:12:20.987" v="5279" actId="6549"/>
          <ac:spMkLst>
            <pc:docMk/>
            <pc:sldMk cId="2360038066" sldId="894"/>
            <ac:spMk id="8" creationId="{A896BAD7-631E-93E9-6AE2-75C94DF20F27}"/>
          </ac:spMkLst>
        </pc:spChg>
        <pc:spChg chg="mod">
          <ac:chgData name="Bhola, Gaurav" userId="195da03a-ad2d-433c-8f14-85ea8ae05444" providerId="ADAL" clId="{7AEDAED6-9D17-45D0-986D-65580A76FA5C}" dt="2026-04-28T08:45:08.417" v="7000" actId="20577"/>
          <ac:spMkLst>
            <pc:docMk/>
            <pc:sldMk cId="2360038066" sldId="894"/>
            <ac:spMk id="16" creationId="{A80B773B-F5CC-FCF2-C2B1-68A62DC16581}"/>
          </ac:spMkLst>
        </pc:spChg>
        <pc:spChg chg="mod modVis">
          <ac:chgData name="Bhola, Gaurav" userId="195da03a-ad2d-433c-8f14-85ea8ae05444" providerId="ADAL" clId="{7AEDAED6-9D17-45D0-986D-65580A76FA5C}" dt="2026-04-28T13:48:41.018" v="7047" actId="14430"/>
          <ac:spMkLst>
            <pc:docMk/>
            <pc:sldMk cId="2360038066" sldId="894"/>
            <ac:spMk id="26" creationId="{063BBA22-50EA-4C4D-BE05-F1CE4E63AA56}"/>
          </ac:spMkLst>
        </pc:spChg>
        <pc:picChg chg="mod">
          <ac:chgData name="Bhola, Gaurav" userId="195da03a-ad2d-433c-8f14-85ea8ae05444" providerId="ADAL" clId="{7AEDAED6-9D17-45D0-986D-65580A76FA5C}" dt="2026-04-27T13:22:19.518" v="4061" actId="1076"/>
          <ac:picMkLst>
            <pc:docMk/>
            <pc:sldMk cId="2360038066" sldId="894"/>
            <ac:picMk id="7" creationId="{F6F917C1-4D93-DBBF-ED3E-5F3A4E21788A}"/>
          </ac:picMkLst>
        </pc:picChg>
      </pc:sldChg>
      <pc:sldChg chg="modSp mod">
        <pc:chgData name="Bhola, Gaurav" userId="195da03a-ad2d-433c-8f14-85ea8ae05444" providerId="ADAL" clId="{7AEDAED6-9D17-45D0-986D-65580A76FA5C}" dt="2026-04-27T13:35:58.629" v="4309" actId="14100"/>
        <pc:sldMkLst>
          <pc:docMk/>
          <pc:sldMk cId="1886989446" sldId="897"/>
        </pc:sldMkLst>
        <pc:spChg chg="mod">
          <ac:chgData name="Bhola, Gaurav" userId="195da03a-ad2d-433c-8f14-85ea8ae05444" providerId="ADAL" clId="{7AEDAED6-9D17-45D0-986D-65580A76FA5C}" dt="2026-04-27T13:35:58.629" v="4309" actId="14100"/>
          <ac:spMkLst>
            <pc:docMk/>
            <pc:sldMk cId="1886989446" sldId="897"/>
            <ac:spMk id="3" creationId="{C0C1A892-BA91-BC57-B652-464FFC5D2806}"/>
          </ac:spMkLst>
        </pc:spChg>
      </pc:sldChg>
      <pc:sldChg chg="modSp mod">
        <pc:chgData name="Bhola, Gaurav" userId="195da03a-ad2d-433c-8f14-85ea8ae05444" providerId="ADAL" clId="{7AEDAED6-9D17-45D0-986D-65580A76FA5C}" dt="2026-04-27T13:27:41.160" v="4209" actId="26606"/>
        <pc:sldMkLst>
          <pc:docMk/>
          <pc:sldMk cId="2581880067" sldId="898"/>
        </pc:sldMkLst>
        <pc:spChg chg="mod">
          <ac:chgData name="Bhola, Gaurav" userId="195da03a-ad2d-433c-8f14-85ea8ae05444" providerId="ADAL" clId="{7AEDAED6-9D17-45D0-986D-65580A76FA5C}" dt="2026-04-27T13:27:41.160" v="4209" actId="26606"/>
          <ac:spMkLst>
            <pc:docMk/>
            <pc:sldMk cId="2581880067" sldId="898"/>
            <ac:spMk id="3" creationId="{EB0B2976-7E13-980A-4932-786CF28CD3B9}"/>
          </ac:spMkLst>
        </pc:spChg>
      </pc:sldChg>
      <pc:sldChg chg="modSp mod">
        <pc:chgData name="Bhola, Gaurav" userId="195da03a-ad2d-433c-8f14-85ea8ae05444" providerId="ADAL" clId="{7AEDAED6-9D17-45D0-986D-65580A76FA5C}" dt="2026-04-27T18:35:10.779" v="6302" actId="14100"/>
        <pc:sldMkLst>
          <pc:docMk/>
          <pc:sldMk cId="2175100298" sldId="899"/>
        </pc:sldMkLst>
        <pc:spChg chg="mod">
          <ac:chgData name="Bhola, Gaurav" userId="195da03a-ad2d-433c-8f14-85ea8ae05444" providerId="ADAL" clId="{7AEDAED6-9D17-45D0-986D-65580A76FA5C}" dt="2026-04-27T18:35:10.779" v="6302" actId="14100"/>
          <ac:spMkLst>
            <pc:docMk/>
            <pc:sldMk cId="2175100298" sldId="899"/>
            <ac:spMk id="2" creationId="{9FC45205-95F8-07EB-E678-66B594EE102E}"/>
          </ac:spMkLst>
        </pc:spChg>
      </pc:sldChg>
      <pc:sldChg chg="addSp delSp modSp mod">
        <pc:chgData name="Bhola, Gaurav" userId="195da03a-ad2d-433c-8f14-85ea8ae05444" providerId="ADAL" clId="{7AEDAED6-9D17-45D0-986D-65580A76FA5C}" dt="2026-04-28T13:48:26.895" v="7043" actId="14430"/>
        <pc:sldMkLst>
          <pc:docMk/>
          <pc:sldMk cId="967003020" sldId="903"/>
        </pc:sldMkLst>
        <pc:spChg chg="mod">
          <ac:chgData name="Bhola, Gaurav" userId="195da03a-ad2d-433c-8f14-85ea8ae05444" providerId="ADAL" clId="{7AEDAED6-9D17-45D0-986D-65580A76FA5C}" dt="2026-04-27T12:37:49.379" v="3322" actId="20577"/>
          <ac:spMkLst>
            <pc:docMk/>
            <pc:sldMk cId="967003020" sldId="903"/>
            <ac:spMk id="2" creationId="{9F6BDB78-7004-9B45-FF89-42FBFDCC656C}"/>
          </ac:spMkLst>
        </pc:spChg>
        <pc:spChg chg="mod">
          <ac:chgData name="Bhola, Gaurav" userId="195da03a-ad2d-433c-8f14-85ea8ae05444" providerId="ADAL" clId="{7AEDAED6-9D17-45D0-986D-65580A76FA5C}" dt="2026-04-27T15:42:13.873" v="4444" actId="1076"/>
          <ac:spMkLst>
            <pc:docMk/>
            <pc:sldMk cId="967003020" sldId="903"/>
            <ac:spMk id="9" creationId="{EBFD91CA-1545-B4C3-8154-818AE2565393}"/>
          </ac:spMkLst>
        </pc:spChg>
        <pc:spChg chg="mod">
          <ac:chgData name="Bhola, Gaurav" userId="195da03a-ad2d-433c-8f14-85ea8ae05444" providerId="ADAL" clId="{7AEDAED6-9D17-45D0-986D-65580A76FA5C}" dt="2026-04-27T15:48:22.205" v="4663" actId="14100"/>
          <ac:spMkLst>
            <pc:docMk/>
            <pc:sldMk cId="967003020" sldId="903"/>
            <ac:spMk id="13" creationId="{6E2F68DF-A350-4998-09CF-629C3ACC6609}"/>
          </ac:spMkLst>
        </pc:spChg>
        <pc:spChg chg="mod">
          <ac:chgData name="Bhola, Gaurav" userId="195da03a-ad2d-433c-8f14-85ea8ae05444" providerId="ADAL" clId="{7AEDAED6-9D17-45D0-986D-65580A76FA5C}" dt="2026-04-27T17:06:29.642" v="5096" actId="20577"/>
          <ac:spMkLst>
            <pc:docMk/>
            <pc:sldMk cId="967003020" sldId="903"/>
            <ac:spMk id="15" creationId="{7CDE854F-046E-3CB5-44A7-9C853B5F16A5}"/>
          </ac:spMkLst>
        </pc:spChg>
        <pc:spChg chg="mod">
          <ac:chgData name="Bhola, Gaurav" userId="195da03a-ad2d-433c-8f14-85ea8ae05444" providerId="ADAL" clId="{7AEDAED6-9D17-45D0-986D-65580A76FA5C}" dt="2026-04-28T08:53:05.277" v="7015" actId="20577"/>
          <ac:spMkLst>
            <pc:docMk/>
            <pc:sldMk cId="967003020" sldId="903"/>
            <ac:spMk id="17" creationId="{985551D5-108A-6968-F191-F5420752A561}"/>
          </ac:spMkLst>
        </pc:spChg>
        <pc:spChg chg="mod modVis">
          <ac:chgData name="Bhola, Gaurav" userId="195da03a-ad2d-433c-8f14-85ea8ae05444" providerId="ADAL" clId="{7AEDAED6-9D17-45D0-986D-65580A76FA5C}" dt="2026-04-28T13:48:26.895" v="7043" actId="14430"/>
          <ac:spMkLst>
            <pc:docMk/>
            <pc:sldMk cId="967003020" sldId="903"/>
            <ac:spMk id="26" creationId="{7D6084E0-A27C-59A8-6893-057020469015}"/>
          </ac:spMkLst>
        </pc:spChg>
        <pc:picChg chg="add del mod">
          <ac:chgData name="Bhola, Gaurav" userId="195da03a-ad2d-433c-8f14-85ea8ae05444" providerId="ADAL" clId="{7AEDAED6-9D17-45D0-986D-65580A76FA5C}" dt="2026-04-27T15:41:58.461" v="4441" actId="478"/>
          <ac:picMkLst>
            <pc:docMk/>
            <pc:sldMk cId="967003020" sldId="903"/>
            <ac:picMk id="4" creationId="{D81BBDF8-9BE8-3D97-2580-EF47CE9D0749}"/>
          </ac:picMkLst>
        </pc:picChg>
        <pc:picChg chg="add del">
          <ac:chgData name="Bhola, Gaurav" userId="195da03a-ad2d-433c-8f14-85ea8ae05444" providerId="ADAL" clId="{7AEDAED6-9D17-45D0-986D-65580A76FA5C}" dt="2026-04-27T15:47:29.831" v="4649" actId="478"/>
          <ac:picMkLst>
            <pc:docMk/>
            <pc:sldMk cId="967003020" sldId="903"/>
            <ac:picMk id="6" creationId="{EDFC9206-F57E-F5FC-2998-7A2678993D4A}"/>
          </ac:picMkLst>
        </pc:picChg>
        <pc:picChg chg="del mod">
          <ac:chgData name="Bhola, Gaurav" userId="195da03a-ad2d-433c-8f14-85ea8ae05444" providerId="ADAL" clId="{7AEDAED6-9D17-45D0-986D-65580A76FA5C}" dt="2026-04-27T15:32:09.349" v="4423" actId="478"/>
          <ac:picMkLst>
            <pc:docMk/>
            <pc:sldMk cId="967003020" sldId="903"/>
            <ac:picMk id="11" creationId="{783D39C6-58C2-4E0F-5B18-CF70E997F897}"/>
          </ac:picMkLst>
        </pc:picChg>
        <pc:picChg chg="add del mod">
          <ac:chgData name="Bhola, Gaurav" userId="195da03a-ad2d-433c-8f14-85ea8ae05444" providerId="ADAL" clId="{7AEDAED6-9D17-45D0-986D-65580A76FA5C}" dt="2026-04-27T15:45:41.437" v="4614" actId="478"/>
          <ac:picMkLst>
            <pc:docMk/>
            <pc:sldMk cId="967003020" sldId="903"/>
            <ac:picMk id="30" creationId="{4CA980D8-4206-C776-1DB0-5A80C0A7EC95}"/>
          </ac:picMkLst>
        </pc:picChg>
        <pc:picChg chg="add mod">
          <ac:chgData name="Bhola, Gaurav" userId="195da03a-ad2d-433c-8f14-85ea8ae05444" providerId="ADAL" clId="{7AEDAED6-9D17-45D0-986D-65580A76FA5C}" dt="2026-04-27T15:45:50.964" v="4619" actId="1036"/>
          <ac:picMkLst>
            <pc:docMk/>
            <pc:sldMk cId="967003020" sldId="903"/>
            <ac:picMk id="32" creationId="{256E7FE9-E2E4-31B8-4E7F-2872FA2BFC04}"/>
          </ac:picMkLst>
        </pc:picChg>
        <pc:picChg chg="add mod">
          <ac:chgData name="Bhola, Gaurav" userId="195da03a-ad2d-433c-8f14-85ea8ae05444" providerId="ADAL" clId="{7AEDAED6-9D17-45D0-986D-65580A76FA5C}" dt="2026-04-27T15:47:15.905" v="4642" actId="1076"/>
          <ac:picMkLst>
            <pc:docMk/>
            <pc:sldMk cId="967003020" sldId="903"/>
            <ac:picMk id="35" creationId="{E85FDDA4-9340-1145-EE9E-9ACE92E7DB2D}"/>
          </ac:picMkLst>
        </pc:picChg>
        <pc:picChg chg="add mod">
          <ac:chgData name="Bhola, Gaurav" userId="195da03a-ad2d-433c-8f14-85ea8ae05444" providerId="ADAL" clId="{7AEDAED6-9D17-45D0-986D-65580A76FA5C}" dt="2026-04-27T15:47:40.495" v="4656" actId="1036"/>
          <ac:picMkLst>
            <pc:docMk/>
            <pc:sldMk cId="967003020" sldId="903"/>
            <ac:picMk id="36" creationId="{48D67943-5C7D-E3DF-9204-1F5BB84CDF92}"/>
          </ac:picMkLst>
        </pc:picChg>
        <pc:cxnChg chg="mod">
          <ac:chgData name="Bhola, Gaurav" userId="195da03a-ad2d-433c-8f14-85ea8ae05444" providerId="ADAL" clId="{7AEDAED6-9D17-45D0-986D-65580A76FA5C}" dt="2026-04-27T15:46:35.369" v="4625" actId="1076"/>
          <ac:cxnSpMkLst>
            <pc:docMk/>
            <pc:sldMk cId="967003020" sldId="903"/>
            <ac:cxnSpMk id="21" creationId="{AD80E3C5-FE57-D82C-1C24-E3287E9E0CC2}"/>
          </ac:cxnSpMkLst>
        </pc:cxnChg>
      </pc:sldChg>
      <pc:sldChg chg="modSp del mod modShow">
        <pc:chgData name="Bhola, Gaurav" userId="195da03a-ad2d-433c-8f14-85ea8ae05444" providerId="ADAL" clId="{7AEDAED6-9D17-45D0-986D-65580A76FA5C}" dt="2026-04-27T15:25:50.198" v="4371" actId="47"/>
        <pc:sldMkLst>
          <pc:docMk/>
          <pc:sldMk cId="1990030820" sldId="904"/>
        </pc:sldMkLst>
        <pc:spChg chg="mod">
          <ac:chgData name="Bhola, Gaurav" userId="195da03a-ad2d-433c-8f14-85ea8ae05444" providerId="ADAL" clId="{7AEDAED6-9D17-45D0-986D-65580A76FA5C}" dt="2026-04-27T12:38:08.802" v="3337" actId="14100"/>
          <ac:spMkLst>
            <pc:docMk/>
            <pc:sldMk cId="1990030820" sldId="904"/>
            <ac:spMk id="2" creationId="{61CEEEEA-9303-3847-6749-48AA56BB1C52}"/>
          </ac:spMkLst>
        </pc:spChg>
        <pc:spChg chg="mod">
          <ac:chgData name="Bhola, Gaurav" userId="195da03a-ad2d-433c-8f14-85ea8ae05444" providerId="ADAL" clId="{7AEDAED6-9D17-45D0-986D-65580A76FA5C}" dt="2026-04-27T13:27:41.160" v="4209" actId="26606"/>
          <ac:spMkLst>
            <pc:docMk/>
            <pc:sldMk cId="1990030820" sldId="904"/>
            <ac:spMk id="14" creationId="{5BEB8357-D879-6C52-2004-F686A6E20E66}"/>
          </ac:spMkLst>
        </pc:spChg>
        <pc:spChg chg="mod">
          <ac:chgData name="Bhola, Gaurav" userId="195da03a-ad2d-433c-8f14-85ea8ae05444" providerId="ADAL" clId="{7AEDAED6-9D17-45D0-986D-65580A76FA5C}" dt="2026-04-27T13:27:41.160" v="4209" actId="26606"/>
          <ac:spMkLst>
            <pc:docMk/>
            <pc:sldMk cId="1990030820" sldId="904"/>
            <ac:spMk id="26" creationId="{202723A2-B24B-6C6C-5EEF-B25B9F6A8E5C}"/>
          </ac:spMkLst>
        </pc:spChg>
      </pc:sldChg>
      <pc:sldChg chg="addSp delSp modSp mod">
        <pc:chgData name="Bhola, Gaurav" userId="195da03a-ad2d-433c-8f14-85ea8ae05444" providerId="ADAL" clId="{7AEDAED6-9D17-45D0-986D-65580A76FA5C}" dt="2026-04-28T13:48:18.027" v="7042" actId="14430"/>
        <pc:sldMkLst>
          <pc:docMk/>
          <pc:sldMk cId="2272461250" sldId="905"/>
        </pc:sldMkLst>
        <pc:spChg chg="mod">
          <ac:chgData name="Bhola, Gaurav" userId="195da03a-ad2d-433c-8f14-85ea8ae05444" providerId="ADAL" clId="{7AEDAED6-9D17-45D0-986D-65580A76FA5C}" dt="2026-04-27T12:34:10.712" v="3294" actId="20577"/>
          <ac:spMkLst>
            <pc:docMk/>
            <pc:sldMk cId="2272461250" sldId="905"/>
            <ac:spMk id="2" creationId="{11D574C9-602A-4164-8CB6-099F94C7DFB1}"/>
          </ac:spMkLst>
        </pc:spChg>
        <pc:spChg chg="mod">
          <ac:chgData name="Bhola, Gaurav" userId="195da03a-ad2d-433c-8f14-85ea8ae05444" providerId="ADAL" clId="{7AEDAED6-9D17-45D0-986D-65580A76FA5C}" dt="2026-04-27T17:05:50.032" v="5074" actId="1076"/>
          <ac:spMkLst>
            <pc:docMk/>
            <pc:sldMk cId="2272461250" sldId="905"/>
            <ac:spMk id="12" creationId="{09A6EEF7-7416-E2C6-63E6-D174F9E915D4}"/>
          </ac:spMkLst>
        </pc:spChg>
        <pc:spChg chg="mod">
          <ac:chgData name="Bhola, Gaurav" userId="195da03a-ad2d-433c-8f14-85ea8ae05444" providerId="ADAL" clId="{7AEDAED6-9D17-45D0-986D-65580A76FA5C}" dt="2026-04-27T17:05:03.062" v="5070" actId="1076"/>
          <ac:spMkLst>
            <pc:docMk/>
            <pc:sldMk cId="2272461250" sldId="905"/>
            <ac:spMk id="14" creationId="{5175071B-ABA6-C5A1-0B18-E3DCC58B86BF}"/>
          </ac:spMkLst>
        </pc:spChg>
        <pc:spChg chg="mod">
          <ac:chgData name="Bhola, Gaurav" userId="195da03a-ad2d-433c-8f14-85ea8ae05444" providerId="ADAL" clId="{7AEDAED6-9D17-45D0-986D-65580A76FA5C}" dt="2026-04-27T17:04:39.896" v="5067" actId="20577"/>
          <ac:spMkLst>
            <pc:docMk/>
            <pc:sldMk cId="2272461250" sldId="905"/>
            <ac:spMk id="16" creationId="{5C3A3B04-A4F0-D285-D5BB-0D9C8A54221E}"/>
          </ac:spMkLst>
        </pc:spChg>
        <pc:spChg chg="mod">
          <ac:chgData name="Bhola, Gaurav" userId="195da03a-ad2d-433c-8f14-85ea8ae05444" providerId="ADAL" clId="{7AEDAED6-9D17-45D0-986D-65580A76FA5C}" dt="2026-04-28T08:53:01.242" v="7014" actId="20577"/>
          <ac:spMkLst>
            <pc:docMk/>
            <pc:sldMk cId="2272461250" sldId="905"/>
            <ac:spMk id="17" creationId="{E3565B67-F3A3-07CE-C7F5-B3D5016C7C0A}"/>
          </ac:spMkLst>
        </pc:spChg>
        <pc:spChg chg="mod modVis">
          <ac:chgData name="Bhola, Gaurav" userId="195da03a-ad2d-433c-8f14-85ea8ae05444" providerId="ADAL" clId="{7AEDAED6-9D17-45D0-986D-65580A76FA5C}" dt="2026-04-28T13:48:18.027" v="7042" actId="14430"/>
          <ac:spMkLst>
            <pc:docMk/>
            <pc:sldMk cId="2272461250" sldId="905"/>
            <ac:spMk id="26" creationId="{2716B140-1266-1368-71A6-65E7552B8CC0}"/>
          </ac:spMkLst>
        </pc:spChg>
        <pc:picChg chg="del">
          <ac:chgData name="Bhola, Gaurav" userId="195da03a-ad2d-433c-8f14-85ea8ae05444" providerId="ADAL" clId="{7AEDAED6-9D17-45D0-986D-65580A76FA5C}" dt="2026-04-27T15:40:56.726" v="4428" actId="478"/>
          <ac:picMkLst>
            <pc:docMk/>
            <pc:sldMk cId="2272461250" sldId="905"/>
            <ac:picMk id="4" creationId="{FD494E22-00A6-FA1B-2EFF-3E93552143AE}"/>
          </ac:picMkLst>
        </pc:picChg>
        <pc:picChg chg="add mod">
          <ac:chgData name="Bhola, Gaurav" userId="195da03a-ad2d-433c-8f14-85ea8ae05444" providerId="ADAL" clId="{7AEDAED6-9D17-45D0-986D-65580A76FA5C}" dt="2026-04-27T15:59:19.186" v="4702" actId="1076"/>
          <ac:picMkLst>
            <pc:docMk/>
            <pc:sldMk cId="2272461250" sldId="905"/>
            <ac:picMk id="5" creationId="{D2D48A95-D203-47E1-75F8-F18CAD817303}"/>
          </ac:picMkLst>
        </pc:picChg>
        <pc:picChg chg="add mod">
          <ac:chgData name="Bhola, Gaurav" userId="195da03a-ad2d-433c-8f14-85ea8ae05444" providerId="ADAL" clId="{7AEDAED6-9D17-45D0-986D-65580A76FA5C}" dt="2026-04-27T15:59:59.244" v="4720" actId="1036"/>
          <ac:picMkLst>
            <pc:docMk/>
            <pc:sldMk cId="2272461250" sldId="905"/>
            <ac:picMk id="7" creationId="{9009C453-F8B2-424A-1D3A-F19639F8B193}"/>
          </ac:picMkLst>
        </pc:picChg>
        <pc:picChg chg="del mod">
          <ac:chgData name="Bhola, Gaurav" userId="195da03a-ad2d-433c-8f14-85ea8ae05444" providerId="ADAL" clId="{7AEDAED6-9D17-45D0-986D-65580A76FA5C}" dt="2026-04-27T15:55:49.541" v="4685" actId="478"/>
          <ac:picMkLst>
            <pc:docMk/>
            <pc:sldMk cId="2272461250" sldId="905"/>
            <ac:picMk id="13" creationId="{867EB3E5-646D-4623-FC14-1BE97D70B952}"/>
          </ac:picMkLst>
        </pc:picChg>
      </pc:sldChg>
      <pc:sldChg chg="delSp modSp mod">
        <pc:chgData name="Bhola, Gaurav" userId="195da03a-ad2d-433c-8f14-85ea8ae05444" providerId="ADAL" clId="{7AEDAED6-9D17-45D0-986D-65580A76FA5C}" dt="2026-04-28T13:49:13.641" v="7055" actId="14100"/>
        <pc:sldMkLst>
          <pc:docMk/>
          <pc:sldMk cId="372738221" sldId="906"/>
        </pc:sldMkLst>
        <pc:spChg chg="mod">
          <ac:chgData name="Bhola, Gaurav" userId="195da03a-ad2d-433c-8f14-85ea8ae05444" providerId="ADAL" clId="{7AEDAED6-9D17-45D0-986D-65580A76FA5C}" dt="2026-04-27T18:48:55.011" v="6684" actId="6549"/>
          <ac:spMkLst>
            <pc:docMk/>
            <pc:sldMk cId="372738221" sldId="906"/>
            <ac:spMk id="2" creationId="{B49686B3-4A70-03F5-89A2-A6ED8DCD0FEB}"/>
          </ac:spMkLst>
        </pc:spChg>
        <pc:spChg chg="del">
          <ac:chgData name="Bhola, Gaurav" userId="195da03a-ad2d-433c-8f14-85ea8ae05444" providerId="ADAL" clId="{7AEDAED6-9D17-45D0-986D-65580A76FA5C}" dt="2026-04-27T14:09:02.424" v="4368" actId="478"/>
          <ac:spMkLst>
            <pc:docMk/>
            <pc:sldMk cId="372738221" sldId="906"/>
            <ac:spMk id="3" creationId="{921E63AC-AF9D-7623-81D2-34CA4DC0134D}"/>
          </ac:spMkLst>
        </pc:spChg>
        <pc:spChg chg="del mod">
          <ac:chgData name="Bhola, Gaurav" userId="195da03a-ad2d-433c-8f14-85ea8ae05444" providerId="ADAL" clId="{7AEDAED6-9D17-45D0-986D-65580A76FA5C}" dt="2026-04-27T14:08:56.476" v="4365" actId="478"/>
          <ac:spMkLst>
            <pc:docMk/>
            <pc:sldMk cId="372738221" sldId="906"/>
            <ac:spMk id="5" creationId="{E14AD830-26FA-9298-35B3-EDD39BDDBD8B}"/>
          </ac:spMkLst>
        </pc:spChg>
        <pc:spChg chg="del">
          <ac:chgData name="Bhola, Gaurav" userId="195da03a-ad2d-433c-8f14-85ea8ae05444" providerId="ADAL" clId="{7AEDAED6-9D17-45D0-986D-65580A76FA5C}" dt="2026-04-27T14:08:59.809" v="4367" actId="478"/>
          <ac:spMkLst>
            <pc:docMk/>
            <pc:sldMk cId="372738221" sldId="906"/>
            <ac:spMk id="8" creationId="{59ED1007-B36E-937D-4782-62137481F2B2}"/>
          </ac:spMkLst>
        </pc:spChg>
        <pc:spChg chg="del">
          <ac:chgData name="Bhola, Gaurav" userId="195da03a-ad2d-433c-8f14-85ea8ae05444" providerId="ADAL" clId="{7AEDAED6-9D17-45D0-986D-65580A76FA5C}" dt="2026-04-27T14:08:57.650" v="4366" actId="478"/>
          <ac:spMkLst>
            <pc:docMk/>
            <pc:sldMk cId="372738221" sldId="906"/>
            <ac:spMk id="11" creationId="{D00980F8-DBC5-A2C9-06DE-7F59C0D4E07C}"/>
          </ac:spMkLst>
        </pc:spChg>
        <pc:spChg chg="mod">
          <ac:chgData name="Bhola, Gaurav" userId="195da03a-ad2d-433c-8f14-85ea8ae05444" providerId="ADAL" clId="{7AEDAED6-9D17-45D0-986D-65580A76FA5C}" dt="2026-04-28T13:49:13.641" v="7055" actId="14100"/>
          <ac:spMkLst>
            <pc:docMk/>
            <pc:sldMk cId="372738221" sldId="906"/>
            <ac:spMk id="16" creationId="{0E4E8243-3F06-25F9-208D-9EC824BF50AF}"/>
          </ac:spMkLst>
        </pc:spChg>
        <pc:spChg chg="mod modVis">
          <ac:chgData name="Bhola, Gaurav" userId="195da03a-ad2d-433c-8f14-85ea8ae05444" providerId="ADAL" clId="{7AEDAED6-9D17-45D0-986D-65580A76FA5C}" dt="2026-04-28T13:48:46.797" v="7049" actId="14429"/>
          <ac:spMkLst>
            <pc:docMk/>
            <pc:sldMk cId="372738221" sldId="906"/>
            <ac:spMk id="24" creationId="{F5A85BD4-4B41-B3AD-263D-DF871276FF1A}"/>
          </ac:spMkLst>
        </pc:spChg>
        <pc:spChg chg="mod modVis">
          <ac:chgData name="Bhola, Gaurav" userId="195da03a-ad2d-433c-8f14-85ea8ae05444" providerId="ADAL" clId="{7AEDAED6-9D17-45D0-986D-65580A76FA5C}" dt="2026-04-28T13:48:48.445" v="7050" actId="14430"/>
          <ac:spMkLst>
            <pc:docMk/>
            <pc:sldMk cId="372738221" sldId="906"/>
            <ac:spMk id="26" creationId="{4417B128-9CB6-0BAD-B8C4-3A56053DB4B5}"/>
          </ac:spMkLst>
        </pc:spChg>
        <pc:picChg chg="del">
          <ac:chgData name="Bhola, Gaurav" userId="195da03a-ad2d-433c-8f14-85ea8ae05444" providerId="ADAL" clId="{7AEDAED6-9D17-45D0-986D-65580A76FA5C}" dt="2026-04-27T16:05:36.798" v="4827" actId="478"/>
          <ac:picMkLst>
            <pc:docMk/>
            <pc:sldMk cId="372738221" sldId="906"/>
            <ac:picMk id="6" creationId="{3EB0411F-69A5-32C6-C4EE-7467663EF1CF}"/>
          </ac:picMkLst>
        </pc:picChg>
        <pc:picChg chg="del">
          <ac:chgData name="Bhola, Gaurav" userId="195da03a-ad2d-433c-8f14-85ea8ae05444" providerId="ADAL" clId="{7AEDAED6-9D17-45D0-986D-65580A76FA5C}" dt="2026-04-27T14:08:54.484" v="4364" actId="478"/>
          <ac:picMkLst>
            <pc:docMk/>
            <pc:sldMk cId="372738221" sldId="906"/>
            <ac:picMk id="10" creationId="{D9AD240C-BF10-4566-B46B-E129749AB39C}"/>
          </ac:picMkLst>
        </pc:picChg>
      </pc:sldChg>
      <pc:sldChg chg="modSp mod modShow">
        <pc:chgData name="Bhola, Gaurav" userId="195da03a-ad2d-433c-8f14-85ea8ae05444" providerId="ADAL" clId="{7AEDAED6-9D17-45D0-986D-65580A76FA5C}" dt="2026-04-27T16:06:09.003" v="4830" actId="729"/>
        <pc:sldMkLst>
          <pc:docMk/>
          <pc:sldMk cId="232960204" sldId="908"/>
        </pc:sldMkLst>
        <pc:spChg chg="mod">
          <ac:chgData name="Bhola, Gaurav" userId="195da03a-ad2d-433c-8f14-85ea8ae05444" providerId="ADAL" clId="{7AEDAED6-9D17-45D0-986D-65580A76FA5C}" dt="2026-04-27T13:27:41.160" v="4209" actId="26606"/>
          <ac:spMkLst>
            <pc:docMk/>
            <pc:sldMk cId="232960204" sldId="908"/>
            <ac:spMk id="26" creationId="{0C189D43-03ED-B814-CEB4-DF13A5DC8D45}"/>
          </ac:spMkLst>
        </pc:spChg>
      </pc:sldChg>
      <pc:sldChg chg="modSp mod modShow">
        <pc:chgData name="Bhola, Gaurav" userId="195da03a-ad2d-433c-8f14-85ea8ae05444" providerId="ADAL" clId="{7AEDAED6-9D17-45D0-986D-65580A76FA5C}" dt="2026-04-27T16:06:09.003" v="4830" actId="729"/>
        <pc:sldMkLst>
          <pc:docMk/>
          <pc:sldMk cId="3933181465" sldId="909"/>
        </pc:sldMkLst>
        <pc:spChg chg="mod">
          <ac:chgData name="Bhola, Gaurav" userId="195da03a-ad2d-433c-8f14-85ea8ae05444" providerId="ADAL" clId="{7AEDAED6-9D17-45D0-986D-65580A76FA5C}" dt="2026-04-27T13:27:41.160" v="4209" actId="26606"/>
          <ac:spMkLst>
            <pc:docMk/>
            <pc:sldMk cId="3933181465" sldId="909"/>
            <ac:spMk id="26" creationId="{BB133DFF-F5A3-FB9C-7086-F12002C239FD}"/>
          </ac:spMkLst>
        </pc:spChg>
      </pc:sldChg>
      <pc:sldChg chg="modSp mod modShow">
        <pc:chgData name="Bhola, Gaurav" userId="195da03a-ad2d-433c-8f14-85ea8ae05444" providerId="ADAL" clId="{7AEDAED6-9D17-45D0-986D-65580A76FA5C}" dt="2026-04-27T16:06:09.003" v="4830" actId="729"/>
        <pc:sldMkLst>
          <pc:docMk/>
          <pc:sldMk cId="3017187297" sldId="910"/>
        </pc:sldMkLst>
        <pc:spChg chg="mod">
          <ac:chgData name="Bhola, Gaurav" userId="195da03a-ad2d-433c-8f14-85ea8ae05444" providerId="ADAL" clId="{7AEDAED6-9D17-45D0-986D-65580A76FA5C}" dt="2026-04-27T13:27:41.160" v="4209" actId="26606"/>
          <ac:spMkLst>
            <pc:docMk/>
            <pc:sldMk cId="3017187297" sldId="910"/>
            <ac:spMk id="14" creationId="{F3797CEA-8B06-FBD1-D855-657F693EB913}"/>
          </ac:spMkLst>
        </pc:spChg>
        <pc:spChg chg="mod">
          <ac:chgData name="Bhola, Gaurav" userId="195da03a-ad2d-433c-8f14-85ea8ae05444" providerId="ADAL" clId="{7AEDAED6-9D17-45D0-986D-65580A76FA5C}" dt="2026-04-27T13:27:41.160" v="4209" actId="26606"/>
          <ac:spMkLst>
            <pc:docMk/>
            <pc:sldMk cId="3017187297" sldId="910"/>
            <ac:spMk id="26" creationId="{A986DC27-F359-4C70-60DF-6E767A8B079A}"/>
          </ac:spMkLst>
        </pc:spChg>
      </pc:sldChg>
      <pc:sldChg chg="modSp mod">
        <pc:chgData name="Bhola, Gaurav" userId="195da03a-ad2d-433c-8f14-85ea8ae05444" providerId="ADAL" clId="{7AEDAED6-9D17-45D0-986D-65580A76FA5C}" dt="2026-04-27T18:35:24.023" v="6303" actId="1076"/>
        <pc:sldMkLst>
          <pc:docMk/>
          <pc:sldMk cId="816673371" sldId="911"/>
        </pc:sldMkLst>
        <pc:spChg chg="mod">
          <ac:chgData name="Bhola, Gaurav" userId="195da03a-ad2d-433c-8f14-85ea8ae05444" providerId="ADAL" clId="{7AEDAED6-9D17-45D0-986D-65580A76FA5C}" dt="2026-04-27T18:35:24.023" v="6303" actId="1076"/>
          <ac:spMkLst>
            <pc:docMk/>
            <pc:sldMk cId="816673371" sldId="911"/>
            <ac:spMk id="2" creationId="{695CCCEC-497C-994F-D99A-5FA32885558A}"/>
          </ac:spMkLst>
        </pc:spChg>
      </pc:sldChg>
      <pc:sldChg chg="modSp add mod">
        <pc:chgData name="Bhola, Gaurav" userId="195da03a-ad2d-433c-8f14-85ea8ae05444" providerId="ADAL" clId="{7AEDAED6-9D17-45D0-986D-65580A76FA5C}" dt="2026-04-27T17:28:56.433" v="5881" actId="14100"/>
        <pc:sldMkLst>
          <pc:docMk/>
          <pc:sldMk cId="196160317" sldId="913"/>
        </pc:sldMkLst>
        <pc:spChg chg="mod">
          <ac:chgData name="Bhola, Gaurav" userId="195da03a-ad2d-433c-8f14-85ea8ae05444" providerId="ADAL" clId="{7AEDAED6-9D17-45D0-986D-65580A76FA5C}" dt="2026-04-27T17:28:56.433" v="5881" actId="14100"/>
          <ac:spMkLst>
            <pc:docMk/>
            <pc:sldMk cId="196160317" sldId="913"/>
            <ac:spMk id="9" creationId="{09EDD1F7-8CF2-6CBD-8100-ED4E468D81AA}"/>
          </ac:spMkLst>
        </pc:spChg>
      </pc:sldChg>
      <pc:sldChg chg="addSp delSp add del setBg delDesignElem">
        <pc:chgData name="Bhola, Gaurav" userId="195da03a-ad2d-433c-8f14-85ea8ae05444" providerId="ADAL" clId="{7AEDAED6-9D17-45D0-986D-65580A76FA5C}" dt="2026-04-27T09:36:37.824" v="1427"/>
        <pc:sldMkLst>
          <pc:docMk/>
          <pc:sldMk cId="3324575756" sldId="913"/>
        </pc:sldMkLst>
        <pc:spChg chg="add del">
          <ac:chgData name="Bhola, Gaurav" userId="195da03a-ad2d-433c-8f14-85ea8ae05444" providerId="ADAL" clId="{7AEDAED6-9D17-45D0-986D-65580A76FA5C}" dt="2026-04-27T09:36:37.824" v="1427"/>
          <ac:spMkLst>
            <pc:docMk/>
            <pc:sldMk cId="3324575756" sldId="913"/>
            <ac:spMk id="11" creationId="{1A708570-3698-A976-0181-2153A507B04E}"/>
          </ac:spMkLst>
        </pc:spChg>
        <pc:spChg chg="add del">
          <ac:chgData name="Bhola, Gaurav" userId="195da03a-ad2d-433c-8f14-85ea8ae05444" providerId="ADAL" clId="{7AEDAED6-9D17-45D0-986D-65580A76FA5C}" dt="2026-04-27T09:36:37.824" v="1427"/>
          <ac:spMkLst>
            <pc:docMk/>
            <pc:sldMk cId="3324575756" sldId="913"/>
            <ac:spMk id="13" creationId="{480DD7EB-C70E-BE13-2081-C5915FBFECA6}"/>
          </ac:spMkLst>
        </pc:spChg>
        <pc:spChg chg="add del">
          <ac:chgData name="Bhola, Gaurav" userId="195da03a-ad2d-433c-8f14-85ea8ae05444" providerId="ADAL" clId="{7AEDAED6-9D17-45D0-986D-65580A76FA5C}" dt="2026-04-27T09:36:37.824" v="1427"/>
          <ac:spMkLst>
            <pc:docMk/>
            <pc:sldMk cId="3324575756" sldId="913"/>
            <ac:spMk id="15" creationId="{EAB833ED-8DD6-779F-A8F9-E0249E8CAB66}"/>
          </ac:spMkLst>
        </pc:spChg>
        <pc:spChg chg="add del">
          <ac:chgData name="Bhola, Gaurav" userId="195da03a-ad2d-433c-8f14-85ea8ae05444" providerId="ADAL" clId="{7AEDAED6-9D17-45D0-986D-65580A76FA5C}" dt="2026-04-27T09:36:37.824" v="1427"/>
          <ac:spMkLst>
            <pc:docMk/>
            <pc:sldMk cId="3324575756" sldId="913"/>
            <ac:spMk id="17" creationId="{6E9B70AF-94AF-C2A7-ACEC-5D41DE5806FF}"/>
          </ac:spMkLst>
        </pc:spChg>
        <pc:spChg chg="add del">
          <ac:chgData name="Bhola, Gaurav" userId="195da03a-ad2d-433c-8f14-85ea8ae05444" providerId="ADAL" clId="{7AEDAED6-9D17-45D0-986D-65580A76FA5C}" dt="2026-04-27T09:36:37.824" v="1427"/>
          <ac:spMkLst>
            <pc:docMk/>
            <pc:sldMk cId="3324575756" sldId="913"/>
            <ac:spMk id="19" creationId="{864CD86D-52C8-5B7E-FA65-D96C1E60F76D}"/>
          </ac:spMkLst>
        </pc:spChg>
      </pc:sldChg>
      <pc:sldChg chg="addSp delSp add del setBg delDesignElem">
        <pc:chgData name="Bhola, Gaurav" userId="195da03a-ad2d-433c-8f14-85ea8ae05444" providerId="ADAL" clId="{7AEDAED6-9D17-45D0-986D-65580A76FA5C}" dt="2026-04-27T09:36:48.252" v="1430"/>
        <pc:sldMkLst>
          <pc:docMk/>
          <pc:sldMk cId="3810549060" sldId="913"/>
        </pc:sldMkLst>
        <pc:spChg chg="add del">
          <ac:chgData name="Bhola, Gaurav" userId="195da03a-ad2d-433c-8f14-85ea8ae05444" providerId="ADAL" clId="{7AEDAED6-9D17-45D0-986D-65580A76FA5C}" dt="2026-04-27T09:36:48.252" v="1430"/>
          <ac:spMkLst>
            <pc:docMk/>
            <pc:sldMk cId="3810549060" sldId="913"/>
            <ac:spMk id="11" creationId="{3A98C7FA-798F-3268-AAB8-B596A3F7C758}"/>
          </ac:spMkLst>
        </pc:spChg>
        <pc:spChg chg="add del">
          <ac:chgData name="Bhola, Gaurav" userId="195da03a-ad2d-433c-8f14-85ea8ae05444" providerId="ADAL" clId="{7AEDAED6-9D17-45D0-986D-65580A76FA5C}" dt="2026-04-27T09:36:48.252" v="1430"/>
          <ac:spMkLst>
            <pc:docMk/>
            <pc:sldMk cId="3810549060" sldId="913"/>
            <ac:spMk id="13" creationId="{C339C584-7611-E15F-F2B7-66B486BD9F47}"/>
          </ac:spMkLst>
        </pc:spChg>
        <pc:spChg chg="add del">
          <ac:chgData name="Bhola, Gaurav" userId="195da03a-ad2d-433c-8f14-85ea8ae05444" providerId="ADAL" clId="{7AEDAED6-9D17-45D0-986D-65580A76FA5C}" dt="2026-04-27T09:36:48.252" v="1430"/>
          <ac:spMkLst>
            <pc:docMk/>
            <pc:sldMk cId="3810549060" sldId="913"/>
            <ac:spMk id="15" creationId="{32684DBE-AFEA-7C08-6A85-9A3F094FA949}"/>
          </ac:spMkLst>
        </pc:spChg>
        <pc:spChg chg="add del">
          <ac:chgData name="Bhola, Gaurav" userId="195da03a-ad2d-433c-8f14-85ea8ae05444" providerId="ADAL" clId="{7AEDAED6-9D17-45D0-986D-65580A76FA5C}" dt="2026-04-27T09:36:48.252" v="1430"/>
          <ac:spMkLst>
            <pc:docMk/>
            <pc:sldMk cId="3810549060" sldId="913"/>
            <ac:spMk id="17" creationId="{3E185CDD-5821-99A7-35E3-2B5602873979}"/>
          </ac:spMkLst>
        </pc:spChg>
        <pc:spChg chg="add del">
          <ac:chgData name="Bhola, Gaurav" userId="195da03a-ad2d-433c-8f14-85ea8ae05444" providerId="ADAL" clId="{7AEDAED6-9D17-45D0-986D-65580A76FA5C}" dt="2026-04-27T09:36:48.252" v="1430"/>
          <ac:spMkLst>
            <pc:docMk/>
            <pc:sldMk cId="3810549060" sldId="913"/>
            <ac:spMk id="19" creationId="{E80309E8-5044-D6F4-822F-DEF8C24CCA0F}"/>
          </ac:spMkLst>
        </pc:spChg>
      </pc:sldChg>
      <pc:sldChg chg="addSp modSp add mod modShow">
        <pc:chgData name="Bhola, Gaurav" userId="195da03a-ad2d-433c-8f14-85ea8ae05444" providerId="ADAL" clId="{7AEDAED6-9D17-45D0-986D-65580A76FA5C}" dt="2026-04-27T17:29:23.645" v="5882" actId="729"/>
        <pc:sldMkLst>
          <pc:docMk/>
          <pc:sldMk cId="2229093684" sldId="914"/>
        </pc:sldMkLst>
        <pc:spChg chg="mod">
          <ac:chgData name="Bhola, Gaurav" userId="195da03a-ad2d-433c-8f14-85ea8ae05444" providerId="ADAL" clId="{7AEDAED6-9D17-45D0-986D-65580A76FA5C}" dt="2026-04-27T10:32:35.885" v="2339" actId="14100"/>
          <ac:spMkLst>
            <pc:docMk/>
            <pc:sldMk cId="2229093684" sldId="914"/>
            <ac:spMk id="9" creationId="{729AFA84-824E-2F2B-43DB-A3FDDBA02E26}"/>
          </ac:spMkLst>
        </pc:spChg>
        <pc:graphicFrameChg chg="add mod">
          <ac:chgData name="Bhola, Gaurav" userId="195da03a-ad2d-433c-8f14-85ea8ae05444" providerId="ADAL" clId="{7AEDAED6-9D17-45D0-986D-65580A76FA5C}" dt="2026-04-27T10:17:50.662" v="2029"/>
          <ac:graphicFrameMkLst>
            <pc:docMk/>
            <pc:sldMk cId="2229093684" sldId="914"/>
            <ac:graphicFrameMk id="3" creationId="{76654829-047A-8456-1267-B27B9AA86548}"/>
          </ac:graphicFrameMkLst>
        </pc:graphicFrameChg>
      </pc:sldChg>
      <pc:sldChg chg="addSp modSp add mod">
        <pc:chgData name="Bhola, Gaurav" userId="195da03a-ad2d-433c-8f14-85ea8ae05444" providerId="ADAL" clId="{7AEDAED6-9D17-45D0-986D-65580A76FA5C}" dt="2026-04-27T12:32:57.845" v="3233" actId="1076"/>
        <pc:sldMkLst>
          <pc:docMk/>
          <pc:sldMk cId="992473430" sldId="915"/>
        </pc:sldMkLst>
        <pc:spChg chg="mod">
          <ac:chgData name="Bhola, Gaurav" userId="195da03a-ad2d-433c-8f14-85ea8ae05444" providerId="ADAL" clId="{7AEDAED6-9D17-45D0-986D-65580A76FA5C}" dt="2026-04-27T12:32:57.845" v="3233" actId="1076"/>
          <ac:spMkLst>
            <pc:docMk/>
            <pc:sldMk cId="992473430" sldId="915"/>
            <ac:spMk id="2" creationId="{D2DE1885-8246-D6E6-708B-34D8E6F5BF8B}"/>
          </ac:spMkLst>
        </pc:spChg>
        <pc:spChg chg="add mod">
          <ac:chgData name="Bhola, Gaurav" userId="195da03a-ad2d-433c-8f14-85ea8ae05444" providerId="ADAL" clId="{7AEDAED6-9D17-45D0-986D-65580A76FA5C}" dt="2026-04-27T10:29:10.958" v="2234" actId="1076"/>
          <ac:spMkLst>
            <pc:docMk/>
            <pc:sldMk cId="992473430" sldId="915"/>
            <ac:spMk id="4" creationId="{1046CBB9-C1A0-6CEC-4396-1F43C2C2C199}"/>
          </ac:spMkLst>
        </pc:spChg>
        <pc:spChg chg="mod">
          <ac:chgData name="Bhola, Gaurav" userId="195da03a-ad2d-433c-8f14-85ea8ae05444" providerId="ADAL" clId="{7AEDAED6-9D17-45D0-986D-65580A76FA5C}" dt="2026-04-27T12:12:27.374" v="3229" actId="20577"/>
          <ac:spMkLst>
            <pc:docMk/>
            <pc:sldMk cId="992473430" sldId="915"/>
            <ac:spMk id="9" creationId="{BC4BF569-1310-56FA-49AD-E073FCBD9CF2}"/>
          </ac:spMkLst>
        </pc:spChg>
      </pc:sldChg>
      <pc:sldChg chg="addSp delSp modSp add mod modShow">
        <pc:chgData name="Bhola, Gaurav" userId="195da03a-ad2d-433c-8f14-85ea8ae05444" providerId="ADAL" clId="{7AEDAED6-9D17-45D0-986D-65580A76FA5C}" dt="2026-04-28T13:48:36.043" v="7046" actId="14430"/>
        <pc:sldMkLst>
          <pc:docMk/>
          <pc:sldMk cId="3260462158" sldId="916"/>
        </pc:sldMkLst>
        <pc:spChg chg="del">
          <ac:chgData name="Bhola, Gaurav" userId="195da03a-ad2d-433c-8f14-85ea8ae05444" providerId="ADAL" clId="{7AEDAED6-9D17-45D0-986D-65580A76FA5C}" dt="2026-04-27T16:03:40.501" v="4762" actId="478"/>
          <ac:spMkLst>
            <pc:docMk/>
            <pc:sldMk cId="3260462158" sldId="916"/>
            <ac:spMk id="5" creationId="{4C8A46DD-AC5F-67E0-3560-CC5864CE19C5}"/>
          </ac:spMkLst>
        </pc:spChg>
        <pc:spChg chg="add mod">
          <ac:chgData name="Bhola, Gaurav" userId="195da03a-ad2d-433c-8f14-85ea8ae05444" providerId="ADAL" clId="{7AEDAED6-9D17-45D0-986D-65580A76FA5C}" dt="2026-04-27T16:04:12.319" v="4768" actId="1076"/>
          <ac:spMkLst>
            <pc:docMk/>
            <pc:sldMk cId="3260462158" sldId="916"/>
            <ac:spMk id="7" creationId="{03A03CC7-E322-221C-AFB2-C01B04FD9CD6}"/>
          </ac:spMkLst>
        </pc:spChg>
        <pc:spChg chg="mod">
          <ac:chgData name="Bhola, Gaurav" userId="195da03a-ad2d-433c-8f14-85ea8ae05444" providerId="ADAL" clId="{7AEDAED6-9D17-45D0-986D-65580A76FA5C}" dt="2026-04-27T16:02:42.812" v="4759" actId="20577"/>
          <ac:spMkLst>
            <pc:docMk/>
            <pc:sldMk cId="3260462158" sldId="916"/>
            <ac:spMk id="9" creationId="{7D8B7936-2A1F-23BA-9188-C700E15766CD}"/>
          </ac:spMkLst>
        </pc:spChg>
        <pc:spChg chg="mod">
          <ac:chgData name="Bhola, Gaurav" userId="195da03a-ad2d-433c-8f14-85ea8ae05444" providerId="ADAL" clId="{7AEDAED6-9D17-45D0-986D-65580A76FA5C}" dt="2026-04-28T08:52:11.411" v="7012" actId="1076"/>
          <ac:spMkLst>
            <pc:docMk/>
            <pc:sldMk cId="3260462158" sldId="916"/>
            <ac:spMk id="14" creationId="{DA69150E-39FA-D121-421C-1778C32B88F5}"/>
          </ac:spMkLst>
        </pc:spChg>
        <pc:spChg chg="mod">
          <ac:chgData name="Bhola, Gaurav" userId="195da03a-ad2d-433c-8f14-85ea8ae05444" providerId="ADAL" clId="{7AEDAED6-9D17-45D0-986D-65580A76FA5C}" dt="2026-04-28T08:53:08.126" v="7016" actId="20577"/>
          <ac:spMkLst>
            <pc:docMk/>
            <pc:sldMk cId="3260462158" sldId="916"/>
            <ac:spMk id="17" creationId="{86103FD0-0D51-4672-A69E-3A928EA8548E}"/>
          </ac:spMkLst>
        </pc:spChg>
        <pc:spChg chg="mod">
          <ac:chgData name="Bhola, Gaurav" userId="195da03a-ad2d-433c-8f14-85ea8ae05444" providerId="ADAL" clId="{7AEDAED6-9D17-45D0-986D-65580A76FA5C}" dt="2026-04-27T16:02:22.918" v="4746" actId="1076"/>
          <ac:spMkLst>
            <pc:docMk/>
            <pc:sldMk cId="3260462158" sldId="916"/>
            <ac:spMk id="18" creationId="{8D92A132-C88B-6CC2-22D6-EF576F0A6BAC}"/>
          </ac:spMkLst>
        </pc:spChg>
        <pc:spChg chg="mod modVis">
          <ac:chgData name="Bhola, Gaurav" userId="195da03a-ad2d-433c-8f14-85ea8ae05444" providerId="ADAL" clId="{7AEDAED6-9D17-45D0-986D-65580A76FA5C}" dt="2026-04-28T13:48:32.667" v="7045" actId="14429"/>
          <ac:spMkLst>
            <pc:docMk/>
            <pc:sldMk cId="3260462158" sldId="916"/>
            <ac:spMk id="24" creationId="{BD195207-9F40-8CF5-03A4-5F92B7A7B85E}"/>
          </ac:spMkLst>
        </pc:spChg>
        <pc:spChg chg="mod modVis">
          <ac:chgData name="Bhola, Gaurav" userId="195da03a-ad2d-433c-8f14-85ea8ae05444" providerId="ADAL" clId="{7AEDAED6-9D17-45D0-986D-65580A76FA5C}" dt="2026-04-28T13:48:36.043" v="7046" actId="14430"/>
          <ac:spMkLst>
            <pc:docMk/>
            <pc:sldMk cId="3260462158" sldId="916"/>
            <ac:spMk id="26" creationId="{54A86CBF-2FDC-1B68-D6E8-4F832B6A74FA}"/>
          </ac:spMkLst>
        </pc:spChg>
        <pc:picChg chg="del">
          <ac:chgData name="Bhola, Gaurav" userId="195da03a-ad2d-433c-8f14-85ea8ae05444" providerId="ADAL" clId="{7AEDAED6-9D17-45D0-986D-65580A76FA5C}" dt="2026-04-27T16:02:10.380" v="4742" actId="478"/>
          <ac:picMkLst>
            <pc:docMk/>
            <pc:sldMk cId="3260462158" sldId="916"/>
            <ac:picMk id="4" creationId="{9B417645-2C02-421C-2904-0671CC6D6117}"/>
          </ac:picMkLst>
        </pc:picChg>
        <pc:picChg chg="add mod">
          <ac:chgData name="Bhola, Gaurav" userId="195da03a-ad2d-433c-8f14-85ea8ae05444" providerId="ADAL" clId="{7AEDAED6-9D17-45D0-986D-65580A76FA5C}" dt="2026-04-28T08:52:11.776" v="7013" actId="1076"/>
          <ac:picMkLst>
            <pc:docMk/>
            <pc:sldMk cId="3260462158" sldId="916"/>
            <ac:picMk id="4" creationId="{D13F68F5-50C8-1E9A-4F1C-845F16CD9CA5}"/>
          </ac:picMkLst>
        </pc:picChg>
        <pc:picChg chg="add mod">
          <ac:chgData name="Bhola, Gaurav" userId="195da03a-ad2d-433c-8f14-85ea8ae05444" providerId="ADAL" clId="{7AEDAED6-9D17-45D0-986D-65580A76FA5C}" dt="2026-04-27T16:02:37.327" v="4751" actId="1076"/>
          <ac:picMkLst>
            <pc:docMk/>
            <pc:sldMk cId="3260462158" sldId="916"/>
            <ac:picMk id="6" creationId="{060660E9-33AC-63B4-6E42-7E4B544B4837}"/>
          </ac:picMkLst>
        </pc:picChg>
        <pc:picChg chg="del">
          <ac:chgData name="Bhola, Gaurav" userId="195da03a-ad2d-433c-8f14-85ea8ae05444" providerId="ADAL" clId="{7AEDAED6-9D17-45D0-986D-65580A76FA5C}" dt="2026-04-27T16:03:30.955" v="4761" actId="478"/>
          <ac:picMkLst>
            <pc:docMk/>
            <pc:sldMk cId="3260462158" sldId="916"/>
            <ac:picMk id="12" creationId="{F6BE3D47-3014-1C8F-1879-6D679B58DFCF}"/>
          </ac:picMkLst>
        </pc:picChg>
      </pc:sldChg>
      <pc:sldChg chg="addSp delSp modSp add mod">
        <pc:chgData name="Bhola, Gaurav" userId="195da03a-ad2d-433c-8f14-85ea8ae05444" providerId="ADAL" clId="{7AEDAED6-9D17-45D0-986D-65580A76FA5C}" dt="2026-04-28T13:49:18.273" v="7056" actId="14430"/>
        <pc:sldMkLst>
          <pc:docMk/>
          <pc:sldMk cId="1732012901" sldId="917"/>
        </pc:sldMkLst>
        <pc:spChg chg="mod">
          <ac:chgData name="Bhola, Gaurav" userId="195da03a-ad2d-433c-8f14-85ea8ae05444" providerId="ADAL" clId="{7AEDAED6-9D17-45D0-986D-65580A76FA5C}" dt="2026-04-28T08:53:16.543" v="7018" actId="20577"/>
          <ac:spMkLst>
            <pc:docMk/>
            <pc:sldMk cId="1732012901" sldId="917"/>
            <ac:spMk id="3" creationId="{99BF1234-700A-1B7F-FCE7-0FC332610795}"/>
          </ac:spMkLst>
        </pc:spChg>
        <pc:spChg chg="mod">
          <ac:chgData name="Bhola, Gaurav" userId="195da03a-ad2d-433c-8f14-85ea8ae05444" providerId="ADAL" clId="{7AEDAED6-9D17-45D0-986D-65580A76FA5C}" dt="2026-04-27T18:50:05.999" v="6748" actId="20577"/>
          <ac:spMkLst>
            <pc:docMk/>
            <pc:sldMk cId="1732012901" sldId="917"/>
            <ac:spMk id="5" creationId="{0EDF01A3-9D12-0A42-B464-EF2C1D78AEB2}"/>
          </ac:spMkLst>
        </pc:spChg>
        <pc:spChg chg="mod">
          <ac:chgData name="Bhola, Gaurav" userId="195da03a-ad2d-433c-8f14-85ea8ae05444" providerId="ADAL" clId="{7AEDAED6-9D17-45D0-986D-65580A76FA5C}" dt="2026-04-27T18:44:56.693" v="6666" actId="20577"/>
          <ac:spMkLst>
            <pc:docMk/>
            <pc:sldMk cId="1732012901" sldId="917"/>
            <ac:spMk id="8" creationId="{BEFF3B6F-282D-A73B-9166-B137D1786AD8}"/>
          </ac:spMkLst>
        </pc:spChg>
        <pc:spChg chg="mod ord">
          <ac:chgData name="Bhola, Gaurav" userId="195da03a-ad2d-433c-8f14-85ea8ae05444" providerId="ADAL" clId="{7AEDAED6-9D17-45D0-986D-65580A76FA5C}" dt="2026-04-27T18:22:01.711" v="5925" actId="166"/>
          <ac:spMkLst>
            <pc:docMk/>
            <pc:sldMk cId="1732012901" sldId="917"/>
            <ac:spMk id="11" creationId="{2DF9BCB6-ED10-3FB4-97EE-3C0A002F2423}"/>
          </ac:spMkLst>
        </pc:spChg>
        <pc:spChg chg="mod">
          <ac:chgData name="Bhola, Gaurav" userId="195da03a-ad2d-433c-8f14-85ea8ae05444" providerId="ADAL" clId="{7AEDAED6-9D17-45D0-986D-65580A76FA5C}" dt="2026-04-27T18:43:12.227" v="6602" actId="26606"/>
          <ac:spMkLst>
            <pc:docMk/>
            <pc:sldMk cId="1732012901" sldId="917"/>
            <ac:spMk id="16" creationId="{30E48A8E-CE1F-ED70-B8D7-149384F8055A}"/>
          </ac:spMkLst>
        </pc:spChg>
        <pc:spChg chg="mod modVis">
          <ac:chgData name="Bhola, Gaurav" userId="195da03a-ad2d-433c-8f14-85ea8ae05444" providerId="ADAL" clId="{7AEDAED6-9D17-45D0-986D-65580A76FA5C}" dt="2026-04-28T13:49:18.273" v="7056" actId="14430"/>
          <ac:spMkLst>
            <pc:docMk/>
            <pc:sldMk cId="1732012901" sldId="917"/>
            <ac:spMk id="26" creationId="{FD4EBA02-3BBA-29D6-2DF2-633E08DE808D}"/>
          </ac:spMkLst>
        </pc:spChg>
        <pc:picChg chg="del">
          <ac:chgData name="Bhola, Gaurav" userId="195da03a-ad2d-433c-8f14-85ea8ae05444" providerId="ADAL" clId="{7AEDAED6-9D17-45D0-986D-65580A76FA5C}" dt="2026-04-27T16:09:49.443" v="4889" actId="478"/>
          <ac:picMkLst>
            <pc:docMk/>
            <pc:sldMk cId="1732012901" sldId="917"/>
            <ac:picMk id="6" creationId="{AF01AB54-CA26-7089-8C6F-B6A764CFA6E7}"/>
          </ac:picMkLst>
        </pc:picChg>
        <pc:picChg chg="add del mod">
          <ac:chgData name="Bhola, Gaurav" userId="195da03a-ad2d-433c-8f14-85ea8ae05444" providerId="ADAL" clId="{7AEDAED6-9D17-45D0-986D-65580A76FA5C}" dt="2026-04-27T18:21:49.689" v="5923" actId="478"/>
          <ac:picMkLst>
            <pc:docMk/>
            <pc:sldMk cId="1732012901" sldId="917"/>
            <ac:picMk id="7" creationId="{3AAFECAC-38C5-1210-FEC1-357277BF52AD}"/>
          </ac:picMkLst>
        </pc:picChg>
        <pc:picChg chg="add mod">
          <ac:chgData name="Bhola, Gaurav" userId="195da03a-ad2d-433c-8f14-85ea8ae05444" providerId="ADAL" clId="{7AEDAED6-9D17-45D0-986D-65580A76FA5C}" dt="2026-04-27T18:43:31.455" v="6606" actId="1036"/>
          <ac:picMkLst>
            <pc:docMk/>
            <pc:sldMk cId="1732012901" sldId="917"/>
            <ac:picMk id="12" creationId="{DC1FFBDA-F5F5-F5E5-7CF3-830F9F7D75EF}"/>
          </ac:picMkLst>
        </pc:picChg>
      </pc:sldChg>
      <pc:sldChg chg="addSp delSp modSp add del mod">
        <pc:chgData name="Bhola, Gaurav" userId="195da03a-ad2d-433c-8f14-85ea8ae05444" providerId="ADAL" clId="{7AEDAED6-9D17-45D0-986D-65580A76FA5C}" dt="2026-04-28T13:48:03.460" v="7040" actId="47"/>
        <pc:sldMkLst>
          <pc:docMk/>
          <pc:sldMk cId="3354196331" sldId="918"/>
        </pc:sldMkLst>
        <pc:spChg chg="del">
          <ac:chgData name="Bhola, Gaurav" userId="195da03a-ad2d-433c-8f14-85ea8ae05444" providerId="ADAL" clId="{7AEDAED6-9D17-45D0-986D-65580A76FA5C}" dt="2026-04-28T13:47:24.580" v="7033" actId="478"/>
          <ac:spMkLst>
            <pc:docMk/>
            <pc:sldMk cId="3354196331" sldId="918"/>
            <ac:spMk id="2" creationId="{261932CA-D7F4-D2FC-893D-73602C6A3FDF}"/>
          </ac:spMkLst>
        </pc:spChg>
        <pc:spChg chg="add del mod">
          <ac:chgData name="Bhola, Gaurav" userId="195da03a-ad2d-433c-8f14-85ea8ae05444" providerId="ADAL" clId="{7AEDAED6-9D17-45D0-986D-65580A76FA5C}" dt="2026-04-28T13:47:32.761" v="7038" actId="478"/>
          <ac:spMkLst>
            <pc:docMk/>
            <pc:sldMk cId="3354196331" sldId="918"/>
            <ac:spMk id="3" creationId="{9A60EE4E-0C00-7E82-8BFD-4F6E80899BB0}"/>
          </ac:spMkLst>
        </pc:spChg>
        <pc:spChg chg="del">
          <ac:chgData name="Bhola, Gaurav" userId="195da03a-ad2d-433c-8f14-85ea8ae05444" providerId="ADAL" clId="{7AEDAED6-9D17-45D0-986D-65580A76FA5C}" dt="2026-04-28T13:47:24.580" v="7033" actId="478"/>
          <ac:spMkLst>
            <pc:docMk/>
            <pc:sldMk cId="3354196331" sldId="918"/>
            <ac:spMk id="4" creationId="{C9297092-9F49-50C4-9DDB-E4B99E73333B}"/>
          </ac:spMkLst>
        </pc:spChg>
        <pc:spChg chg="add del mod">
          <ac:chgData name="Bhola, Gaurav" userId="195da03a-ad2d-433c-8f14-85ea8ae05444" providerId="ADAL" clId="{7AEDAED6-9D17-45D0-986D-65580A76FA5C}" dt="2026-04-28T13:47:33.785" v="7039" actId="478"/>
          <ac:spMkLst>
            <pc:docMk/>
            <pc:sldMk cId="3354196331" sldId="918"/>
            <ac:spMk id="5" creationId="{66994029-EC26-DDE5-1B8E-A05FADFD059A}"/>
          </ac:spMkLst>
        </pc:spChg>
        <pc:spChg chg="del">
          <ac:chgData name="Bhola, Gaurav" userId="195da03a-ad2d-433c-8f14-85ea8ae05444" providerId="ADAL" clId="{7AEDAED6-9D17-45D0-986D-65580A76FA5C}" dt="2026-04-28T13:47:24.580" v="7033" actId="478"/>
          <ac:spMkLst>
            <pc:docMk/>
            <pc:sldMk cId="3354196331" sldId="918"/>
            <ac:spMk id="6" creationId="{99BE9AA5-2333-4F32-FF5D-4CF20161F75E}"/>
          </ac:spMkLst>
        </pc:spChg>
        <pc:spChg chg="add mod">
          <ac:chgData name="Bhola, Gaurav" userId="195da03a-ad2d-433c-8f14-85ea8ae05444" providerId="ADAL" clId="{7AEDAED6-9D17-45D0-986D-65580A76FA5C}" dt="2026-04-28T13:47:26.390" v="7036" actId="27636"/>
          <ac:spMkLst>
            <pc:docMk/>
            <pc:sldMk cId="3354196331" sldId="918"/>
            <ac:spMk id="7" creationId="{1BC432B6-3BC4-053A-776B-5E0647DF36B8}"/>
          </ac:spMkLst>
        </pc:spChg>
        <pc:spChg chg="add mod">
          <ac:chgData name="Bhola, Gaurav" userId="195da03a-ad2d-433c-8f14-85ea8ae05444" providerId="ADAL" clId="{7AEDAED6-9D17-45D0-986D-65580A76FA5C}" dt="2026-04-28T13:47:26.390" v="7036" actId="27636"/>
          <ac:spMkLst>
            <pc:docMk/>
            <pc:sldMk cId="3354196331" sldId="918"/>
            <ac:spMk id="8" creationId="{169964F3-5F44-5DCD-44DF-7CF629FD0821}"/>
          </ac:spMkLst>
        </pc:spChg>
        <pc:spChg chg="add mod">
          <ac:chgData name="Bhola, Gaurav" userId="195da03a-ad2d-433c-8f14-85ea8ae05444" providerId="ADAL" clId="{7AEDAED6-9D17-45D0-986D-65580A76FA5C}" dt="2026-04-28T13:47:26.390" v="7036" actId="27636"/>
          <ac:spMkLst>
            <pc:docMk/>
            <pc:sldMk cId="3354196331" sldId="918"/>
            <ac:spMk id="9" creationId="{090D1895-0DFE-BA9B-F5F3-9D709C8BE366}"/>
          </ac:spMkLst>
        </pc:spChg>
        <pc:spChg chg="add mod">
          <ac:chgData name="Bhola, Gaurav" userId="195da03a-ad2d-433c-8f14-85ea8ae05444" providerId="ADAL" clId="{7AEDAED6-9D17-45D0-986D-65580A76FA5C}" dt="2026-04-28T13:47:26.390" v="7036" actId="27636"/>
          <ac:spMkLst>
            <pc:docMk/>
            <pc:sldMk cId="3354196331" sldId="918"/>
            <ac:spMk id="10" creationId="{6D520755-011F-72AF-FD6B-3E1DE6151992}"/>
          </ac:spMkLst>
        </pc:spChg>
        <pc:spChg chg="add mod">
          <ac:chgData name="Bhola, Gaurav" userId="195da03a-ad2d-433c-8f14-85ea8ae05444" providerId="ADAL" clId="{7AEDAED6-9D17-45D0-986D-65580A76FA5C}" dt="2026-04-28T13:47:29.056" v="7037"/>
          <ac:spMkLst>
            <pc:docMk/>
            <pc:sldMk cId="3354196331" sldId="918"/>
            <ac:spMk id="11" creationId="{178E404D-5969-4984-86C4-48BE4B8A33F4}"/>
          </ac:spMkLst>
        </pc:spChg>
        <pc:spChg chg="add mod">
          <ac:chgData name="Bhola, Gaurav" userId="195da03a-ad2d-433c-8f14-85ea8ae05444" providerId="ADAL" clId="{7AEDAED6-9D17-45D0-986D-65580A76FA5C}" dt="2026-04-28T13:47:26.390" v="7036" actId="27636"/>
          <ac:spMkLst>
            <pc:docMk/>
            <pc:sldMk cId="3354196331" sldId="918"/>
            <ac:spMk id="12" creationId="{178BDDEA-36DB-6B1E-4F81-8EB4741C357D}"/>
          </ac:spMkLst>
        </pc:spChg>
        <pc:spChg chg="add mod">
          <ac:chgData name="Bhola, Gaurav" userId="195da03a-ad2d-433c-8f14-85ea8ae05444" providerId="ADAL" clId="{7AEDAED6-9D17-45D0-986D-65580A76FA5C}" dt="2026-04-28T13:47:26.390" v="7036" actId="27636"/>
          <ac:spMkLst>
            <pc:docMk/>
            <pc:sldMk cId="3354196331" sldId="918"/>
            <ac:spMk id="13" creationId="{05355D45-B8FC-73F4-9884-29821E62D101}"/>
          </ac:spMkLst>
        </pc:spChg>
        <pc:spChg chg="add mod">
          <ac:chgData name="Bhola, Gaurav" userId="195da03a-ad2d-433c-8f14-85ea8ae05444" providerId="ADAL" clId="{7AEDAED6-9D17-45D0-986D-65580A76FA5C}" dt="2026-04-28T13:47:26.390" v="7036" actId="27636"/>
          <ac:spMkLst>
            <pc:docMk/>
            <pc:sldMk cId="3354196331" sldId="918"/>
            <ac:spMk id="14" creationId="{1DF5369D-7F88-27CE-0D5F-2DAC069DB120}"/>
          </ac:spMkLst>
        </pc:spChg>
        <pc:spChg chg="add mod">
          <ac:chgData name="Bhola, Gaurav" userId="195da03a-ad2d-433c-8f14-85ea8ae05444" providerId="ADAL" clId="{7AEDAED6-9D17-45D0-986D-65580A76FA5C}" dt="2026-04-28T13:47:26.390" v="7036" actId="27636"/>
          <ac:spMkLst>
            <pc:docMk/>
            <pc:sldMk cId="3354196331" sldId="918"/>
            <ac:spMk id="15" creationId="{433C9AC4-D682-CB8B-01EB-FFF648715C5A}"/>
          </ac:spMkLst>
        </pc:spChg>
        <pc:spChg chg="del">
          <ac:chgData name="Bhola, Gaurav" userId="195da03a-ad2d-433c-8f14-85ea8ae05444" providerId="ADAL" clId="{7AEDAED6-9D17-45D0-986D-65580A76FA5C}" dt="2026-04-28T13:47:24.580" v="7033" actId="478"/>
          <ac:spMkLst>
            <pc:docMk/>
            <pc:sldMk cId="3354196331" sldId="918"/>
            <ac:spMk id="38" creationId="{2AD88647-7B5D-3693-7A7E-2EA3E397F6D0}"/>
          </ac:spMkLst>
        </pc:spChg>
        <pc:spChg chg="del">
          <ac:chgData name="Bhola, Gaurav" userId="195da03a-ad2d-433c-8f14-85ea8ae05444" providerId="ADAL" clId="{7AEDAED6-9D17-45D0-986D-65580A76FA5C}" dt="2026-04-28T13:47:24.580" v="7033" actId="478"/>
          <ac:spMkLst>
            <pc:docMk/>
            <pc:sldMk cId="3354196331" sldId="918"/>
            <ac:spMk id="40" creationId="{9C973C43-9079-CC8E-89A4-44FA7F00E8C1}"/>
          </ac:spMkLst>
        </pc:spChg>
        <pc:spChg chg="del">
          <ac:chgData name="Bhola, Gaurav" userId="195da03a-ad2d-433c-8f14-85ea8ae05444" providerId="ADAL" clId="{7AEDAED6-9D17-45D0-986D-65580A76FA5C}" dt="2026-04-28T13:47:24.580" v="7033" actId="478"/>
          <ac:spMkLst>
            <pc:docMk/>
            <pc:sldMk cId="3354196331" sldId="918"/>
            <ac:spMk id="42" creationId="{A8209FA5-4652-1712-B1E4-0E103D1D36C3}"/>
          </ac:spMkLst>
        </pc:spChg>
        <pc:spChg chg="del">
          <ac:chgData name="Bhola, Gaurav" userId="195da03a-ad2d-433c-8f14-85ea8ae05444" providerId="ADAL" clId="{7AEDAED6-9D17-45D0-986D-65580A76FA5C}" dt="2026-04-28T13:47:24.580" v="7033" actId="478"/>
          <ac:spMkLst>
            <pc:docMk/>
            <pc:sldMk cId="3354196331" sldId="918"/>
            <ac:spMk id="44" creationId="{2B11B4E7-353F-641D-FFD8-1AC452581506}"/>
          </ac:spMkLst>
        </pc:spChg>
        <pc:spChg chg="del">
          <ac:chgData name="Bhola, Gaurav" userId="195da03a-ad2d-433c-8f14-85ea8ae05444" providerId="ADAL" clId="{7AEDAED6-9D17-45D0-986D-65580A76FA5C}" dt="2026-04-28T13:47:24.580" v="7033" actId="478"/>
          <ac:spMkLst>
            <pc:docMk/>
            <pc:sldMk cId="3354196331" sldId="918"/>
            <ac:spMk id="46" creationId="{B189FF79-5EC6-F174-0D91-5B1F690E5FFD}"/>
          </ac:spMkLst>
        </pc:spChg>
        <pc:picChg chg="add mod">
          <ac:chgData name="Bhola, Gaurav" userId="195da03a-ad2d-433c-8f14-85ea8ae05444" providerId="ADAL" clId="{7AEDAED6-9D17-45D0-986D-65580A76FA5C}" dt="2026-04-28T13:47:26.390" v="7036" actId="27636"/>
          <ac:picMkLst>
            <pc:docMk/>
            <pc:sldMk cId="3354196331" sldId="918"/>
            <ac:picMk id="17" creationId="{DC38E297-26A8-8525-965C-1AB2DD7B8A80}"/>
          </ac:picMkLst>
        </pc:picChg>
      </pc:sldChg>
      <pc:sldChg chg="addSp delSp add del setBg delDesignElem">
        <pc:chgData name="Bhola, Gaurav" userId="195da03a-ad2d-433c-8f14-85ea8ae05444" providerId="ADAL" clId="{7AEDAED6-9D17-45D0-986D-65580A76FA5C}" dt="2026-04-28T13:47:09.382" v="7031"/>
        <pc:sldMkLst>
          <pc:docMk/>
          <pc:sldMk cId="1087399474" sldId="920"/>
        </pc:sldMkLst>
        <pc:spChg chg="add del">
          <ac:chgData name="Bhola, Gaurav" userId="195da03a-ad2d-433c-8f14-85ea8ae05444" providerId="ADAL" clId="{7AEDAED6-9D17-45D0-986D-65580A76FA5C}" dt="2026-04-28T13:47:09.382" v="7031"/>
          <ac:spMkLst>
            <pc:docMk/>
            <pc:sldMk cId="1087399474" sldId="920"/>
            <ac:spMk id="15" creationId="{DCDC7F82-5AB0-2465-F70C-E9940BFE27E6}"/>
          </ac:spMkLst>
        </pc:spChg>
        <pc:spChg chg="add del">
          <ac:chgData name="Bhola, Gaurav" userId="195da03a-ad2d-433c-8f14-85ea8ae05444" providerId="ADAL" clId="{7AEDAED6-9D17-45D0-986D-65580A76FA5C}" dt="2026-04-28T13:47:09.382" v="7031"/>
          <ac:spMkLst>
            <pc:docMk/>
            <pc:sldMk cId="1087399474" sldId="920"/>
            <ac:spMk id="17" creationId="{A8908929-3998-CC39-9B33-7CE555314E03}"/>
          </ac:spMkLst>
        </pc:spChg>
        <pc:spChg chg="add del">
          <ac:chgData name="Bhola, Gaurav" userId="195da03a-ad2d-433c-8f14-85ea8ae05444" providerId="ADAL" clId="{7AEDAED6-9D17-45D0-986D-65580A76FA5C}" dt="2026-04-28T13:47:09.382" v="7031"/>
          <ac:spMkLst>
            <pc:docMk/>
            <pc:sldMk cId="1087399474" sldId="920"/>
            <ac:spMk id="19" creationId="{EAFD86E7-180E-7248-D477-945DC96D5CFB}"/>
          </ac:spMkLst>
        </pc:spChg>
        <pc:spChg chg="add del">
          <ac:chgData name="Bhola, Gaurav" userId="195da03a-ad2d-433c-8f14-85ea8ae05444" providerId="ADAL" clId="{7AEDAED6-9D17-45D0-986D-65580A76FA5C}" dt="2026-04-28T13:47:09.382" v="7031"/>
          <ac:spMkLst>
            <pc:docMk/>
            <pc:sldMk cId="1087399474" sldId="920"/>
            <ac:spMk id="21" creationId="{39940106-0C81-7A4A-39D7-2552356D5104}"/>
          </ac:spMkLst>
        </pc:spChg>
      </pc:sldChg>
    </pc:docChg>
  </pc:docChgLst>
  <pc:docChgLst>
    <pc:chgData name="Madhanasekar, Divya" userId="S::divya.madhanasekar@accenture.com::a38de293-5d8c-4349-9b9c-6d229d6993a8" providerId="AD" clId="Web-{F9D910E4-3C13-4FA7-A2DC-6CE5615EE7E1}"/>
    <pc:docChg chg="modSld">
      <pc:chgData name="Madhanasekar, Divya" userId="S::divya.madhanasekar@accenture.com::a38de293-5d8c-4349-9b9c-6d229d6993a8" providerId="AD" clId="Web-{F9D910E4-3C13-4FA7-A2DC-6CE5615EE7E1}" dt="2026-04-15T06:09:21.282" v="7" actId="20577"/>
      <pc:docMkLst>
        <pc:docMk/>
      </pc:docMkLst>
      <pc:sldChg chg="modSp">
        <pc:chgData name="Madhanasekar, Divya" userId="S::divya.madhanasekar@accenture.com::a38de293-5d8c-4349-9b9c-6d229d6993a8" providerId="AD" clId="Web-{F9D910E4-3C13-4FA7-A2DC-6CE5615EE7E1}" dt="2026-04-15T06:09:21.282" v="7" actId="20577"/>
        <pc:sldMkLst>
          <pc:docMk/>
          <pc:sldMk cId="3317920249" sldId="900"/>
        </pc:sldMkLst>
        <pc:spChg chg="mod">
          <ac:chgData name="Madhanasekar, Divya" userId="S::divya.madhanasekar@accenture.com::a38de293-5d8c-4349-9b9c-6d229d6993a8" providerId="AD" clId="Web-{F9D910E4-3C13-4FA7-A2DC-6CE5615EE7E1}" dt="2026-04-15T06:09:21.282" v="7" actId="20577"/>
          <ac:spMkLst>
            <pc:docMk/>
            <pc:sldMk cId="3317920249" sldId="900"/>
            <ac:spMk id="3" creationId="{18A72B7D-D208-BF64-027E-E8EC7F6AFFCF}"/>
          </ac:spMkLst>
        </pc:spChg>
      </pc:sldChg>
    </pc:docChg>
  </pc:docChgLst>
  <pc:docChgLst>
    <pc:chgData name="Madhanasekar, Divya" userId="a38de293-5d8c-4349-9b9c-6d229d6993a8" providerId="ADAL" clId="{29F68EF0-9277-4D3E-BC51-6DC911C255AF}"/>
    <pc:docChg chg="undo custSel addSld delSld modSld sldOrd modMainMaster">
      <pc:chgData name="Madhanasekar, Divya" userId="a38de293-5d8c-4349-9b9c-6d229d6993a8" providerId="ADAL" clId="{29F68EF0-9277-4D3E-BC51-6DC911C255AF}" dt="2026-04-28T13:52:20.482" v="1997" actId="1036"/>
      <pc:docMkLst>
        <pc:docMk/>
      </pc:docMkLst>
      <pc:sldChg chg="modSp mod setBg">
        <pc:chgData name="Madhanasekar, Divya" userId="a38de293-5d8c-4349-9b9c-6d229d6993a8" providerId="ADAL" clId="{29F68EF0-9277-4D3E-BC51-6DC911C255AF}" dt="2026-04-28T13:29:11.491" v="1983"/>
        <pc:sldMkLst>
          <pc:docMk/>
          <pc:sldMk cId="3359092886" sldId="879"/>
        </pc:sldMkLst>
        <pc:spChg chg="mod">
          <ac:chgData name="Madhanasekar, Divya" userId="a38de293-5d8c-4349-9b9c-6d229d6993a8" providerId="ADAL" clId="{29F68EF0-9277-4D3E-BC51-6DC911C255AF}" dt="2026-04-24T07:04:56.567" v="463" actId="26606"/>
          <ac:spMkLst>
            <pc:docMk/>
            <pc:sldMk cId="3359092886" sldId="879"/>
            <ac:spMk id="4" creationId="{81FCC5B5-B273-DC15-9083-DE8B76E59C50}"/>
          </ac:spMkLst>
        </pc:spChg>
      </pc:sldChg>
      <pc:sldChg chg="modSp mod setBg">
        <pc:chgData name="Madhanasekar, Divya" userId="a38de293-5d8c-4349-9b9c-6d229d6993a8" providerId="ADAL" clId="{29F68EF0-9277-4D3E-BC51-6DC911C255AF}" dt="2026-04-28T13:29:11.491" v="1983"/>
        <pc:sldMkLst>
          <pc:docMk/>
          <pc:sldMk cId="2300038905" sldId="889"/>
        </pc:sldMkLst>
        <pc:spChg chg="mod">
          <ac:chgData name="Madhanasekar, Divya" userId="a38de293-5d8c-4349-9b9c-6d229d6993a8" providerId="ADAL" clId="{29F68EF0-9277-4D3E-BC51-6DC911C255AF}" dt="2026-04-27T04:16:21.148" v="830" actId="123"/>
          <ac:spMkLst>
            <pc:docMk/>
            <pc:sldMk cId="2300038905" sldId="889"/>
            <ac:spMk id="12" creationId="{7ED1D75B-87B1-C551-3666-4A5133CD1247}"/>
          </ac:spMkLst>
        </pc:spChg>
      </pc:sldChg>
      <pc:sldChg chg="modSp del mod">
        <pc:chgData name="Madhanasekar, Divya" userId="a38de293-5d8c-4349-9b9c-6d229d6993a8" providerId="ADAL" clId="{29F68EF0-9277-4D3E-BC51-6DC911C255AF}" dt="2026-04-28T06:37:53.023" v="1338" actId="47"/>
        <pc:sldMkLst>
          <pc:docMk/>
          <pc:sldMk cId="1572987173" sldId="890"/>
        </pc:sldMkLst>
        <pc:spChg chg="mod">
          <ac:chgData name="Madhanasekar, Divya" userId="a38de293-5d8c-4349-9b9c-6d229d6993a8" providerId="ADAL" clId="{29F68EF0-9277-4D3E-BC51-6DC911C255AF}" dt="2026-04-27T04:21:10.186" v="847" actId="20577"/>
          <ac:spMkLst>
            <pc:docMk/>
            <pc:sldMk cId="1572987173" sldId="890"/>
            <ac:spMk id="9" creationId="{B86E065B-76D5-CF92-D4C3-59F3935AB733}"/>
          </ac:spMkLst>
        </pc:spChg>
      </pc:sldChg>
      <pc:sldChg chg="modSp mod">
        <pc:chgData name="Madhanasekar, Divya" userId="a38de293-5d8c-4349-9b9c-6d229d6993a8" providerId="ADAL" clId="{29F68EF0-9277-4D3E-BC51-6DC911C255AF}" dt="2026-04-27T04:27:35.007" v="884" actId="20577"/>
        <pc:sldMkLst>
          <pc:docMk/>
          <pc:sldMk cId="3609314668" sldId="893"/>
        </pc:sldMkLst>
        <pc:spChg chg="mod">
          <ac:chgData name="Madhanasekar, Divya" userId="a38de293-5d8c-4349-9b9c-6d229d6993a8" providerId="ADAL" clId="{29F68EF0-9277-4D3E-BC51-6DC911C255AF}" dt="2026-04-27T04:27:35.007" v="884" actId="20577"/>
          <ac:spMkLst>
            <pc:docMk/>
            <pc:sldMk cId="3609314668" sldId="893"/>
            <ac:spMk id="9" creationId="{05E63748-0CF7-4F99-1788-160BAA85DF22}"/>
          </ac:spMkLst>
        </pc:spChg>
      </pc:sldChg>
      <pc:sldChg chg="addSp delSp modSp mod setBg">
        <pc:chgData name="Madhanasekar, Divya" userId="a38de293-5d8c-4349-9b9c-6d229d6993a8" providerId="ADAL" clId="{29F68EF0-9277-4D3E-BC51-6DC911C255AF}" dt="2026-04-28T13:29:11.491" v="1983"/>
        <pc:sldMkLst>
          <pc:docMk/>
          <pc:sldMk cId="2360038066" sldId="894"/>
        </pc:sldMkLst>
        <pc:spChg chg="add mod">
          <ac:chgData name="Madhanasekar, Divya" userId="a38de293-5d8c-4349-9b9c-6d229d6993a8" providerId="ADAL" clId="{29F68EF0-9277-4D3E-BC51-6DC911C255AF}" dt="2026-04-28T06:54:33.102" v="1469" actId="20577"/>
          <ac:spMkLst>
            <pc:docMk/>
            <pc:sldMk cId="2360038066" sldId="894"/>
            <ac:spMk id="3" creationId="{EB527F19-AD2C-7B19-CF14-D828019EAA86}"/>
          </ac:spMkLst>
        </pc:spChg>
        <pc:spChg chg="mod">
          <ac:chgData name="Madhanasekar, Divya" userId="a38de293-5d8c-4349-9b9c-6d229d6993a8" providerId="ADAL" clId="{29F68EF0-9277-4D3E-BC51-6DC911C255AF}" dt="2026-04-28T07:19:00.353" v="1693" actId="14100"/>
          <ac:spMkLst>
            <pc:docMk/>
            <pc:sldMk cId="2360038066" sldId="894"/>
            <ac:spMk id="5" creationId="{860B2E10-77AD-83CB-7607-FF6E26B2E6BF}"/>
          </ac:spMkLst>
        </pc:spChg>
        <pc:spChg chg="mod">
          <ac:chgData name="Madhanasekar, Divya" userId="a38de293-5d8c-4349-9b9c-6d229d6993a8" providerId="ADAL" clId="{29F68EF0-9277-4D3E-BC51-6DC911C255AF}" dt="2026-04-28T07:20:44.520" v="1702" actId="113"/>
          <ac:spMkLst>
            <pc:docMk/>
            <pc:sldMk cId="2360038066" sldId="894"/>
            <ac:spMk id="8" creationId="{A896BAD7-631E-93E9-6AE2-75C94DF20F27}"/>
          </ac:spMkLst>
        </pc:spChg>
        <pc:spChg chg="mod">
          <ac:chgData name="Madhanasekar, Divya" userId="a38de293-5d8c-4349-9b9c-6d229d6993a8" providerId="ADAL" clId="{29F68EF0-9277-4D3E-BC51-6DC911C255AF}" dt="2026-04-28T08:43:48.049" v="1919" actId="20577"/>
          <ac:spMkLst>
            <pc:docMk/>
            <pc:sldMk cId="2360038066" sldId="894"/>
            <ac:spMk id="16" creationId="{A80B773B-F5CC-FCF2-C2B1-68A62DC16581}"/>
          </ac:spMkLst>
        </pc:spChg>
      </pc:sldChg>
      <pc:sldChg chg="modSp mod setBg">
        <pc:chgData name="Madhanasekar, Divya" userId="a38de293-5d8c-4349-9b9c-6d229d6993a8" providerId="ADAL" clId="{29F68EF0-9277-4D3E-BC51-6DC911C255AF}" dt="2026-04-28T13:29:11.491" v="1983"/>
        <pc:sldMkLst>
          <pc:docMk/>
          <pc:sldMk cId="1886989446" sldId="897"/>
        </pc:sldMkLst>
        <pc:spChg chg="mod">
          <ac:chgData name="Madhanasekar, Divya" userId="a38de293-5d8c-4349-9b9c-6d229d6993a8" providerId="ADAL" clId="{29F68EF0-9277-4D3E-BC51-6DC911C255AF}" dt="2026-04-28T07:38:05.871" v="1897" actId="6549"/>
          <ac:spMkLst>
            <pc:docMk/>
            <pc:sldMk cId="1886989446" sldId="897"/>
            <ac:spMk id="3" creationId="{C0C1A892-BA91-BC57-B652-464FFC5D2806}"/>
          </ac:spMkLst>
        </pc:spChg>
      </pc:sldChg>
      <pc:sldChg chg="modSp del mod setBg">
        <pc:chgData name="Madhanasekar, Divya" userId="a38de293-5d8c-4349-9b9c-6d229d6993a8" providerId="ADAL" clId="{29F68EF0-9277-4D3E-BC51-6DC911C255AF}" dt="2026-04-28T13:29:11.491" v="1983"/>
        <pc:sldMkLst>
          <pc:docMk/>
          <pc:sldMk cId="2175100298" sldId="899"/>
        </pc:sldMkLst>
        <pc:graphicFrameChg chg="mod modGraphic">
          <ac:chgData name="Madhanasekar, Divya" userId="a38de293-5d8c-4349-9b9c-6d229d6993a8" providerId="ADAL" clId="{29F68EF0-9277-4D3E-BC51-6DC911C255AF}" dt="2026-04-27T10:08:18.065" v="1330" actId="2711"/>
          <ac:graphicFrameMkLst>
            <pc:docMk/>
            <pc:sldMk cId="2175100298" sldId="899"/>
            <ac:graphicFrameMk id="9" creationId="{7231824C-D2F4-11B4-2410-70356E29422B}"/>
          </ac:graphicFrameMkLst>
        </pc:graphicFrameChg>
      </pc:sldChg>
      <pc:sldChg chg="modSp mod setBg">
        <pc:chgData name="Madhanasekar, Divya" userId="a38de293-5d8c-4349-9b9c-6d229d6993a8" providerId="ADAL" clId="{29F68EF0-9277-4D3E-BC51-6DC911C255AF}" dt="2026-04-28T13:29:11.491" v="1983"/>
        <pc:sldMkLst>
          <pc:docMk/>
          <pc:sldMk cId="3317920249" sldId="900"/>
        </pc:sldMkLst>
        <pc:spChg chg="mod">
          <ac:chgData name="Madhanasekar, Divya" userId="a38de293-5d8c-4349-9b9c-6d229d6993a8" providerId="ADAL" clId="{29F68EF0-9277-4D3E-BC51-6DC911C255AF}" dt="2026-04-27T04:15:45.182" v="829" actId="255"/>
          <ac:spMkLst>
            <pc:docMk/>
            <pc:sldMk cId="3317920249" sldId="900"/>
            <ac:spMk id="3" creationId="{18A72B7D-D208-BF64-027E-E8EC7F6AFFCF}"/>
          </ac:spMkLst>
        </pc:spChg>
      </pc:sldChg>
      <pc:sldChg chg="modSp mod">
        <pc:chgData name="Madhanasekar, Divya" userId="a38de293-5d8c-4349-9b9c-6d229d6993a8" providerId="ADAL" clId="{29F68EF0-9277-4D3E-BC51-6DC911C255AF}" dt="2026-04-24T06:59:59.869" v="462" actId="20577"/>
        <pc:sldMkLst>
          <pc:docMk/>
          <pc:sldMk cId="1447807498" sldId="901"/>
        </pc:sldMkLst>
        <pc:graphicFrameChg chg="modGraphic">
          <ac:chgData name="Madhanasekar, Divya" userId="a38de293-5d8c-4349-9b9c-6d229d6993a8" providerId="ADAL" clId="{29F68EF0-9277-4D3E-BC51-6DC911C255AF}" dt="2026-04-24T06:59:59.869" v="462" actId="20577"/>
          <ac:graphicFrameMkLst>
            <pc:docMk/>
            <pc:sldMk cId="1447807498" sldId="901"/>
            <ac:graphicFrameMk id="6" creationId="{805CDBE1-F283-4F40-A4C7-2FC4D8DD347B}"/>
          </ac:graphicFrameMkLst>
        </pc:graphicFrameChg>
      </pc:sldChg>
      <pc:sldChg chg="modSp mod setBg">
        <pc:chgData name="Madhanasekar, Divya" userId="a38de293-5d8c-4349-9b9c-6d229d6993a8" providerId="ADAL" clId="{29F68EF0-9277-4D3E-BC51-6DC911C255AF}" dt="2026-04-28T13:29:11.491" v="1983"/>
        <pc:sldMkLst>
          <pc:docMk/>
          <pc:sldMk cId="967003020" sldId="903"/>
        </pc:sldMkLst>
        <pc:spChg chg="mod">
          <ac:chgData name="Madhanasekar, Divya" userId="a38de293-5d8c-4349-9b9c-6d229d6993a8" providerId="ADAL" clId="{29F68EF0-9277-4D3E-BC51-6DC911C255AF}" dt="2026-04-28T07:08:10.026" v="1604" actId="33524"/>
          <ac:spMkLst>
            <pc:docMk/>
            <pc:sldMk cId="967003020" sldId="903"/>
            <ac:spMk id="9" creationId="{EBFD91CA-1545-B4C3-8154-818AE2565393}"/>
          </ac:spMkLst>
        </pc:spChg>
        <pc:spChg chg="mod">
          <ac:chgData name="Madhanasekar, Divya" userId="a38de293-5d8c-4349-9b9c-6d229d6993a8" providerId="ADAL" clId="{29F68EF0-9277-4D3E-BC51-6DC911C255AF}" dt="2026-04-28T07:06:48.490" v="1587" actId="20577"/>
          <ac:spMkLst>
            <pc:docMk/>
            <pc:sldMk cId="967003020" sldId="903"/>
            <ac:spMk id="13" creationId="{6E2F68DF-A350-4998-09CF-629C3ACC6609}"/>
          </ac:spMkLst>
        </pc:spChg>
        <pc:spChg chg="mod">
          <ac:chgData name="Madhanasekar, Divya" userId="a38de293-5d8c-4349-9b9c-6d229d6993a8" providerId="ADAL" clId="{29F68EF0-9277-4D3E-BC51-6DC911C255AF}" dt="2026-04-28T07:39:33.469" v="1905" actId="20577"/>
          <ac:spMkLst>
            <pc:docMk/>
            <pc:sldMk cId="967003020" sldId="903"/>
            <ac:spMk id="15" creationId="{7CDE854F-046E-3CB5-44A7-9C853B5F16A5}"/>
          </ac:spMkLst>
        </pc:spChg>
        <pc:spChg chg="mod">
          <ac:chgData name="Madhanasekar, Divya" userId="a38de293-5d8c-4349-9b9c-6d229d6993a8" providerId="ADAL" clId="{29F68EF0-9277-4D3E-BC51-6DC911C255AF}" dt="2026-04-28T06:54:24.788" v="1465" actId="20577"/>
          <ac:spMkLst>
            <pc:docMk/>
            <pc:sldMk cId="967003020" sldId="903"/>
            <ac:spMk id="17" creationId="{985551D5-108A-6968-F191-F5420752A561}"/>
          </ac:spMkLst>
        </pc:spChg>
        <pc:picChg chg="mod">
          <ac:chgData name="Madhanasekar, Divya" userId="a38de293-5d8c-4349-9b9c-6d229d6993a8" providerId="ADAL" clId="{29F68EF0-9277-4D3E-BC51-6DC911C255AF}" dt="2026-04-27T04:30:44.179" v="919" actId="1035"/>
          <ac:picMkLst>
            <pc:docMk/>
            <pc:sldMk cId="967003020" sldId="903"/>
            <ac:picMk id="8" creationId="{9F1CF241-0379-28AB-76D9-05739A4C835B}"/>
          </ac:picMkLst>
        </pc:picChg>
        <pc:cxnChg chg="mod">
          <ac:chgData name="Madhanasekar, Divya" userId="a38de293-5d8c-4349-9b9c-6d229d6993a8" providerId="ADAL" clId="{29F68EF0-9277-4D3E-BC51-6DC911C255AF}" dt="2026-04-27T04:30:44.179" v="919" actId="1035"/>
          <ac:cxnSpMkLst>
            <pc:docMk/>
            <pc:sldMk cId="967003020" sldId="903"/>
            <ac:cxnSpMk id="21" creationId="{AD80E3C5-FE57-D82C-1C24-E3287E9E0CC2}"/>
          </ac:cxnSpMkLst>
        </pc:cxnChg>
      </pc:sldChg>
      <pc:sldChg chg="modSp mod">
        <pc:chgData name="Madhanasekar, Divya" userId="a38de293-5d8c-4349-9b9c-6d229d6993a8" providerId="ADAL" clId="{29F68EF0-9277-4D3E-BC51-6DC911C255AF}" dt="2026-04-27T04:53:26.606" v="983" actId="1036"/>
        <pc:sldMkLst>
          <pc:docMk/>
          <pc:sldMk cId="1990030820" sldId="904"/>
        </pc:sldMkLst>
        <pc:spChg chg="mod">
          <ac:chgData name="Madhanasekar, Divya" userId="a38de293-5d8c-4349-9b9c-6d229d6993a8" providerId="ADAL" clId="{29F68EF0-9277-4D3E-BC51-6DC911C255AF}" dt="2026-04-27T04:53:14.742" v="968" actId="20577"/>
          <ac:spMkLst>
            <pc:docMk/>
            <pc:sldMk cId="1990030820" sldId="904"/>
            <ac:spMk id="14" creationId="{5BEB8357-D879-6C52-2004-F686A6E20E66}"/>
          </ac:spMkLst>
        </pc:spChg>
        <pc:picChg chg="mod">
          <ac:chgData name="Madhanasekar, Divya" userId="a38de293-5d8c-4349-9b9c-6d229d6993a8" providerId="ADAL" clId="{29F68EF0-9277-4D3E-BC51-6DC911C255AF}" dt="2026-04-27T04:53:26.606" v="983" actId="1036"/>
          <ac:picMkLst>
            <pc:docMk/>
            <pc:sldMk cId="1990030820" sldId="904"/>
            <ac:picMk id="12" creationId="{FF634822-9237-EEBE-EBAB-7B43CCF1321E}"/>
          </ac:picMkLst>
        </pc:picChg>
      </pc:sldChg>
      <pc:sldChg chg="modSp mod ord setBg">
        <pc:chgData name="Madhanasekar, Divya" userId="a38de293-5d8c-4349-9b9c-6d229d6993a8" providerId="ADAL" clId="{29F68EF0-9277-4D3E-BC51-6DC911C255AF}" dt="2026-04-28T13:29:11.491" v="1983"/>
        <pc:sldMkLst>
          <pc:docMk/>
          <pc:sldMk cId="2272461250" sldId="905"/>
        </pc:sldMkLst>
        <pc:spChg chg="mod">
          <ac:chgData name="Madhanasekar, Divya" userId="a38de293-5d8c-4349-9b9c-6d229d6993a8" providerId="ADAL" clId="{29F68EF0-9277-4D3E-BC51-6DC911C255AF}" dt="2026-04-28T07:04:55.565" v="1579" actId="20577"/>
          <ac:spMkLst>
            <pc:docMk/>
            <pc:sldMk cId="2272461250" sldId="905"/>
            <ac:spMk id="12" creationId="{09A6EEF7-7416-E2C6-63E6-D174F9E915D4}"/>
          </ac:spMkLst>
        </pc:spChg>
        <pc:spChg chg="mod">
          <ac:chgData name="Madhanasekar, Divya" userId="a38de293-5d8c-4349-9b9c-6d229d6993a8" providerId="ADAL" clId="{29F68EF0-9277-4D3E-BC51-6DC911C255AF}" dt="2026-04-28T07:03:32.082" v="1556" actId="20577"/>
          <ac:spMkLst>
            <pc:docMk/>
            <pc:sldMk cId="2272461250" sldId="905"/>
            <ac:spMk id="16" creationId="{5C3A3B04-A4F0-D285-D5BB-0D9C8A54221E}"/>
          </ac:spMkLst>
        </pc:spChg>
        <pc:spChg chg="mod">
          <ac:chgData name="Madhanasekar, Divya" userId="a38de293-5d8c-4349-9b9c-6d229d6993a8" providerId="ADAL" clId="{29F68EF0-9277-4D3E-BC51-6DC911C255AF}" dt="2026-04-28T06:54:21.261" v="1463" actId="20577"/>
          <ac:spMkLst>
            <pc:docMk/>
            <pc:sldMk cId="2272461250" sldId="905"/>
            <ac:spMk id="17" creationId="{E3565B67-F3A3-07CE-C7F5-B3D5016C7C0A}"/>
          </ac:spMkLst>
        </pc:spChg>
      </pc:sldChg>
      <pc:sldChg chg="addSp delSp modSp mod setBg">
        <pc:chgData name="Madhanasekar, Divya" userId="a38de293-5d8c-4349-9b9c-6d229d6993a8" providerId="ADAL" clId="{29F68EF0-9277-4D3E-BC51-6DC911C255AF}" dt="2026-04-28T13:29:11.491" v="1983"/>
        <pc:sldMkLst>
          <pc:docMk/>
          <pc:sldMk cId="372738221" sldId="906"/>
        </pc:sldMkLst>
        <pc:spChg chg="mod">
          <ac:chgData name="Madhanasekar, Divya" userId="a38de293-5d8c-4349-9b9c-6d229d6993a8" providerId="ADAL" clId="{29F68EF0-9277-4D3E-BC51-6DC911C255AF}" dt="2026-04-28T09:54:06.694" v="1977"/>
          <ac:spMkLst>
            <pc:docMk/>
            <pc:sldMk cId="372738221" sldId="906"/>
            <ac:spMk id="2" creationId="{B49686B3-4A70-03F5-89A2-A6ED8DCD0FEB}"/>
          </ac:spMkLst>
        </pc:spChg>
        <pc:spChg chg="mod">
          <ac:chgData name="Madhanasekar, Divya" userId="a38de293-5d8c-4349-9b9c-6d229d6993a8" providerId="ADAL" clId="{29F68EF0-9277-4D3E-BC51-6DC911C255AF}" dt="2026-04-27T09:32:51.303" v="1278" actId="20577"/>
          <ac:spMkLst>
            <pc:docMk/>
            <pc:sldMk cId="372738221" sldId="906"/>
            <ac:spMk id="5" creationId="{E14AD830-26FA-9298-35B3-EDD39BDDBD8B}"/>
          </ac:spMkLst>
        </pc:spChg>
        <pc:spChg chg="mod">
          <ac:chgData name="Madhanasekar, Divya" userId="a38de293-5d8c-4349-9b9c-6d229d6993a8" providerId="ADAL" clId="{29F68EF0-9277-4D3E-BC51-6DC911C255AF}" dt="2026-04-28T07:22:29.900" v="1712" actId="14100"/>
          <ac:spMkLst>
            <pc:docMk/>
            <pc:sldMk cId="372738221" sldId="906"/>
            <ac:spMk id="16" creationId="{0E4E8243-3F06-25F9-208D-9EC824BF50AF}"/>
          </ac:spMkLst>
        </pc:spChg>
      </pc:sldChg>
      <pc:sldChg chg="addSp delSp modSp del mod">
        <pc:chgData name="Madhanasekar, Divya" userId="a38de293-5d8c-4349-9b9c-6d229d6993a8" providerId="ADAL" clId="{29F68EF0-9277-4D3E-BC51-6DC911C255AF}" dt="2026-04-28T06:52:29.054" v="1456" actId="47"/>
        <pc:sldMkLst>
          <pc:docMk/>
          <pc:sldMk cId="232960204" sldId="908"/>
        </pc:sldMkLst>
        <pc:spChg chg="mod">
          <ac:chgData name="Madhanasekar, Divya" userId="a38de293-5d8c-4349-9b9c-6d229d6993a8" providerId="ADAL" clId="{29F68EF0-9277-4D3E-BC51-6DC911C255AF}" dt="2026-04-27T07:35:55.743" v="1125" actId="20577"/>
          <ac:spMkLst>
            <pc:docMk/>
            <pc:sldMk cId="232960204" sldId="908"/>
            <ac:spMk id="12" creationId="{29C1499C-89C0-2D96-4C92-654FF3230D3F}"/>
          </ac:spMkLst>
        </pc:spChg>
      </pc:sldChg>
      <pc:sldChg chg="addSp delSp modSp del mod">
        <pc:chgData name="Madhanasekar, Divya" userId="a38de293-5d8c-4349-9b9c-6d229d6993a8" providerId="ADAL" clId="{29F68EF0-9277-4D3E-BC51-6DC911C255AF}" dt="2026-04-28T06:52:29.054" v="1456" actId="47"/>
        <pc:sldMkLst>
          <pc:docMk/>
          <pc:sldMk cId="3933181465" sldId="909"/>
        </pc:sldMkLst>
        <pc:spChg chg="mod">
          <ac:chgData name="Madhanasekar, Divya" userId="a38de293-5d8c-4349-9b9c-6d229d6993a8" providerId="ADAL" clId="{29F68EF0-9277-4D3E-BC51-6DC911C255AF}" dt="2026-04-27T10:07:38.569" v="1306" actId="1036"/>
          <ac:spMkLst>
            <pc:docMk/>
            <pc:sldMk cId="3933181465" sldId="909"/>
            <ac:spMk id="9" creationId="{9A59CC0B-8340-B6B5-6D67-BD83E7E99CD8}"/>
          </ac:spMkLst>
        </pc:spChg>
        <pc:spChg chg="mod">
          <ac:chgData name="Madhanasekar, Divya" userId="a38de293-5d8c-4349-9b9c-6d229d6993a8" providerId="ADAL" clId="{29F68EF0-9277-4D3E-BC51-6DC911C255AF}" dt="2026-04-27T10:07:20.606" v="1295" actId="2711"/>
          <ac:spMkLst>
            <pc:docMk/>
            <pc:sldMk cId="3933181465" sldId="909"/>
            <ac:spMk id="13" creationId="{974893F6-6FE9-7885-9D96-6B7DDCAF0808}"/>
          </ac:spMkLst>
        </pc:spChg>
        <pc:spChg chg="mod">
          <ac:chgData name="Madhanasekar, Divya" userId="a38de293-5d8c-4349-9b9c-6d229d6993a8" providerId="ADAL" clId="{29F68EF0-9277-4D3E-BC51-6DC911C255AF}" dt="2026-04-27T10:07:50.824" v="1328" actId="1035"/>
          <ac:spMkLst>
            <pc:docMk/>
            <pc:sldMk cId="3933181465" sldId="909"/>
            <ac:spMk id="15" creationId="{A2D66196-7954-D489-EC52-C1855CC9B544}"/>
          </ac:spMkLst>
        </pc:spChg>
        <pc:picChg chg="mod">
          <ac:chgData name="Madhanasekar, Divya" userId="a38de293-5d8c-4349-9b9c-6d229d6993a8" providerId="ADAL" clId="{29F68EF0-9277-4D3E-BC51-6DC911C255AF}" dt="2026-04-27T10:07:44.646" v="1319" actId="1035"/>
          <ac:picMkLst>
            <pc:docMk/>
            <pc:sldMk cId="3933181465" sldId="909"/>
            <ac:picMk id="11" creationId="{66B6FF85-BA39-59B9-D61A-F2FE0AA51943}"/>
          </ac:picMkLst>
        </pc:picChg>
        <pc:cxnChg chg="mod">
          <ac:chgData name="Madhanasekar, Divya" userId="a38de293-5d8c-4349-9b9c-6d229d6993a8" providerId="ADAL" clId="{29F68EF0-9277-4D3E-BC51-6DC911C255AF}" dt="2026-04-27T10:07:44.646" v="1319" actId="1035"/>
          <ac:cxnSpMkLst>
            <pc:docMk/>
            <pc:sldMk cId="3933181465" sldId="909"/>
            <ac:cxnSpMk id="5" creationId="{08E1BCC6-B219-7D06-2108-F42A1FF435B2}"/>
          </ac:cxnSpMkLst>
        </pc:cxnChg>
      </pc:sldChg>
      <pc:sldChg chg="addSp delSp modSp del mod">
        <pc:chgData name="Madhanasekar, Divya" userId="a38de293-5d8c-4349-9b9c-6d229d6993a8" providerId="ADAL" clId="{29F68EF0-9277-4D3E-BC51-6DC911C255AF}" dt="2026-04-28T06:52:29.054" v="1456" actId="47"/>
        <pc:sldMkLst>
          <pc:docMk/>
          <pc:sldMk cId="3017187297" sldId="910"/>
        </pc:sldMkLst>
        <pc:spChg chg="mod">
          <ac:chgData name="Madhanasekar, Divya" userId="a38de293-5d8c-4349-9b9c-6d229d6993a8" providerId="ADAL" clId="{29F68EF0-9277-4D3E-BC51-6DC911C255AF}" dt="2026-04-27T08:26:14.459" v="1169" actId="6549"/>
          <ac:spMkLst>
            <pc:docMk/>
            <pc:sldMk cId="3017187297" sldId="910"/>
            <ac:spMk id="14" creationId="{F3797CEA-8B06-FBD1-D855-657F693EB913}"/>
          </ac:spMkLst>
        </pc:spChg>
        <pc:picChg chg="mod">
          <ac:chgData name="Madhanasekar, Divya" userId="a38de293-5d8c-4349-9b9c-6d229d6993a8" providerId="ADAL" clId="{29F68EF0-9277-4D3E-BC51-6DC911C255AF}" dt="2026-04-27T08:26:22.381" v="1190" actId="1035"/>
          <ac:picMkLst>
            <pc:docMk/>
            <pc:sldMk cId="3017187297" sldId="910"/>
            <ac:picMk id="12" creationId="{F92FCB45-E2F6-0FE1-FE51-BBB31341922B}"/>
          </ac:picMkLst>
        </pc:picChg>
        <pc:cxnChg chg="mod">
          <ac:chgData name="Madhanasekar, Divya" userId="a38de293-5d8c-4349-9b9c-6d229d6993a8" providerId="ADAL" clId="{29F68EF0-9277-4D3E-BC51-6DC911C255AF}" dt="2026-04-27T08:26:22.381" v="1190" actId="1035"/>
          <ac:cxnSpMkLst>
            <pc:docMk/>
            <pc:sldMk cId="3017187297" sldId="910"/>
            <ac:cxnSpMk id="3" creationId="{46676495-1EAE-F1A7-07AB-D95FF83D8C3B}"/>
          </ac:cxnSpMkLst>
        </pc:cxnChg>
      </pc:sldChg>
      <pc:sldChg chg="modSp del mod setBg">
        <pc:chgData name="Madhanasekar, Divya" userId="a38de293-5d8c-4349-9b9c-6d229d6993a8" providerId="ADAL" clId="{29F68EF0-9277-4D3E-BC51-6DC911C255AF}" dt="2026-04-28T13:29:11.491" v="1983"/>
        <pc:sldMkLst>
          <pc:docMk/>
          <pc:sldMk cId="816673371" sldId="911"/>
        </pc:sldMkLst>
        <pc:graphicFrameChg chg="mod modGraphic">
          <ac:chgData name="Madhanasekar, Divya" userId="a38de293-5d8c-4349-9b9c-6d229d6993a8" providerId="ADAL" clId="{29F68EF0-9277-4D3E-BC51-6DC911C255AF}" dt="2026-04-28T06:53:56.058" v="1461" actId="14734"/>
          <ac:graphicFrameMkLst>
            <pc:docMk/>
            <pc:sldMk cId="816673371" sldId="911"/>
            <ac:graphicFrameMk id="3" creationId="{24A2559E-94D1-3C15-3A28-2DEBA4051CE4}"/>
          </ac:graphicFrameMkLst>
        </pc:graphicFrameChg>
        <pc:graphicFrameChg chg="mod modGraphic">
          <ac:chgData name="Madhanasekar, Divya" userId="a38de293-5d8c-4349-9b9c-6d229d6993a8" providerId="ADAL" clId="{29F68EF0-9277-4D3E-BC51-6DC911C255AF}" dt="2026-04-27T10:08:47.245" v="1333" actId="2711"/>
          <ac:graphicFrameMkLst>
            <pc:docMk/>
            <pc:sldMk cId="816673371" sldId="911"/>
            <ac:graphicFrameMk id="5" creationId="{20DB4255-AAAF-056E-D453-5F977A6FC320}"/>
          </ac:graphicFrameMkLst>
        </pc:graphicFrameChg>
      </pc:sldChg>
      <pc:sldChg chg="modSp mod setBg">
        <pc:chgData name="Madhanasekar, Divya" userId="a38de293-5d8c-4349-9b9c-6d229d6993a8" providerId="ADAL" clId="{29F68EF0-9277-4D3E-BC51-6DC911C255AF}" dt="2026-04-28T13:29:11.491" v="1983"/>
        <pc:sldMkLst>
          <pc:docMk/>
          <pc:sldMk cId="2188225889" sldId="912"/>
        </pc:sldMkLst>
        <pc:graphicFrameChg chg="mod modGraphic">
          <ac:chgData name="Madhanasekar, Divya" userId="a38de293-5d8c-4349-9b9c-6d229d6993a8" providerId="ADAL" clId="{29F68EF0-9277-4D3E-BC51-6DC911C255AF}" dt="2026-04-28T06:54:52.121" v="1473" actId="20577"/>
          <ac:graphicFrameMkLst>
            <pc:docMk/>
            <pc:sldMk cId="2188225889" sldId="912"/>
            <ac:graphicFrameMk id="3" creationId="{108062F6-A8BC-BE20-8975-8F0D87EFC2E9}"/>
          </ac:graphicFrameMkLst>
        </pc:graphicFrameChg>
      </pc:sldChg>
      <pc:sldChg chg="modSp mod setBg">
        <pc:chgData name="Madhanasekar, Divya" userId="a38de293-5d8c-4349-9b9c-6d229d6993a8" providerId="ADAL" clId="{29F68EF0-9277-4D3E-BC51-6DC911C255AF}" dt="2026-04-28T13:29:11.491" v="1983"/>
        <pc:sldMkLst>
          <pc:docMk/>
          <pc:sldMk cId="196160317" sldId="913"/>
        </pc:sldMkLst>
        <pc:spChg chg="mod">
          <ac:chgData name="Madhanasekar, Divya" userId="a38de293-5d8c-4349-9b9c-6d229d6993a8" providerId="ADAL" clId="{29F68EF0-9277-4D3E-BC51-6DC911C255AF}" dt="2026-04-28T06:43:34.938" v="1367" actId="20577"/>
          <ac:spMkLst>
            <pc:docMk/>
            <pc:sldMk cId="196160317" sldId="913"/>
            <ac:spMk id="9" creationId="{09EDD1F7-8CF2-6CBD-8100-ED4E468D81AA}"/>
          </ac:spMkLst>
        </pc:spChg>
      </pc:sldChg>
      <pc:sldChg chg="del">
        <pc:chgData name="Madhanasekar, Divya" userId="a38de293-5d8c-4349-9b9c-6d229d6993a8" providerId="ADAL" clId="{29F68EF0-9277-4D3E-BC51-6DC911C255AF}" dt="2026-04-28T06:44:14.270" v="1368" actId="47"/>
        <pc:sldMkLst>
          <pc:docMk/>
          <pc:sldMk cId="2229093684" sldId="914"/>
        </pc:sldMkLst>
      </pc:sldChg>
      <pc:sldChg chg="modSp mod ord setBg">
        <pc:chgData name="Madhanasekar, Divya" userId="a38de293-5d8c-4349-9b9c-6d229d6993a8" providerId="ADAL" clId="{29F68EF0-9277-4D3E-BC51-6DC911C255AF}" dt="2026-04-28T13:29:11.491" v="1983"/>
        <pc:sldMkLst>
          <pc:docMk/>
          <pc:sldMk cId="992473430" sldId="915"/>
        </pc:sldMkLst>
        <pc:spChg chg="mod">
          <ac:chgData name="Madhanasekar, Divya" userId="a38de293-5d8c-4349-9b9c-6d229d6993a8" providerId="ADAL" clId="{29F68EF0-9277-4D3E-BC51-6DC911C255AF}" dt="2026-04-28T09:51:52.812" v="1968" actId="1076"/>
          <ac:spMkLst>
            <pc:docMk/>
            <pc:sldMk cId="992473430" sldId="915"/>
            <ac:spMk id="2" creationId="{D2DE1885-8246-D6E6-708B-34D8E6F5BF8B}"/>
          </ac:spMkLst>
        </pc:spChg>
        <pc:spChg chg="mod">
          <ac:chgData name="Madhanasekar, Divya" userId="a38de293-5d8c-4349-9b9c-6d229d6993a8" providerId="ADAL" clId="{29F68EF0-9277-4D3E-BC51-6DC911C255AF}" dt="2026-04-28T07:05:20.377" v="1580" actId="20577"/>
          <ac:spMkLst>
            <pc:docMk/>
            <pc:sldMk cId="992473430" sldId="915"/>
            <ac:spMk id="9" creationId="{BC4BF569-1310-56FA-49AD-E073FCBD9CF2}"/>
          </ac:spMkLst>
        </pc:spChg>
      </pc:sldChg>
      <pc:sldChg chg="modSp mod setBg">
        <pc:chgData name="Madhanasekar, Divya" userId="a38de293-5d8c-4349-9b9c-6d229d6993a8" providerId="ADAL" clId="{29F68EF0-9277-4D3E-BC51-6DC911C255AF}" dt="2026-04-28T13:29:11.491" v="1983"/>
        <pc:sldMkLst>
          <pc:docMk/>
          <pc:sldMk cId="3260462158" sldId="916"/>
        </pc:sldMkLst>
        <pc:spChg chg="mod">
          <ac:chgData name="Madhanasekar, Divya" userId="a38de293-5d8c-4349-9b9c-6d229d6993a8" providerId="ADAL" clId="{29F68EF0-9277-4D3E-BC51-6DC911C255AF}" dt="2026-04-28T07:44:55.939" v="1913" actId="14100"/>
          <ac:spMkLst>
            <pc:docMk/>
            <pc:sldMk cId="3260462158" sldId="916"/>
            <ac:spMk id="2" creationId="{AA55B9A7-F581-25C5-CE0B-DA6EF8CC736F}"/>
          </ac:spMkLst>
        </pc:spChg>
        <pc:spChg chg="mod">
          <ac:chgData name="Madhanasekar, Divya" userId="a38de293-5d8c-4349-9b9c-6d229d6993a8" providerId="ADAL" clId="{29F68EF0-9277-4D3E-BC51-6DC911C255AF}" dt="2026-04-28T07:10:26.468" v="1645" actId="20577"/>
          <ac:spMkLst>
            <pc:docMk/>
            <pc:sldMk cId="3260462158" sldId="916"/>
            <ac:spMk id="9" creationId="{7D8B7936-2A1F-23BA-9188-C700E15766CD}"/>
          </ac:spMkLst>
        </pc:spChg>
        <pc:spChg chg="mod">
          <ac:chgData name="Madhanasekar, Divya" userId="a38de293-5d8c-4349-9b9c-6d229d6993a8" providerId="ADAL" clId="{29F68EF0-9277-4D3E-BC51-6DC911C255AF}" dt="2026-04-28T08:30:02.236" v="1915" actId="1076"/>
          <ac:spMkLst>
            <pc:docMk/>
            <pc:sldMk cId="3260462158" sldId="916"/>
            <ac:spMk id="14" creationId="{DA69150E-39FA-D121-421C-1778C32B88F5}"/>
          </ac:spMkLst>
        </pc:spChg>
        <pc:spChg chg="mod">
          <ac:chgData name="Madhanasekar, Divya" userId="a38de293-5d8c-4349-9b9c-6d229d6993a8" providerId="ADAL" clId="{29F68EF0-9277-4D3E-BC51-6DC911C255AF}" dt="2026-04-28T06:54:28.771" v="1467" actId="20577"/>
          <ac:spMkLst>
            <pc:docMk/>
            <pc:sldMk cId="3260462158" sldId="916"/>
            <ac:spMk id="17" creationId="{86103FD0-0D51-4672-A69E-3A928EA8548E}"/>
          </ac:spMkLst>
        </pc:spChg>
        <pc:picChg chg="mod">
          <ac:chgData name="Madhanasekar, Divya" userId="a38de293-5d8c-4349-9b9c-6d229d6993a8" providerId="ADAL" clId="{29F68EF0-9277-4D3E-BC51-6DC911C255AF}" dt="2026-04-28T08:29:43.548" v="1914" actId="14100"/>
          <ac:picMkLst>
            <pc:docMk/>
            <pc:sldMk cId="3260462158" sldId="916"/>
            <ac:picMk id="8" creationId="{B4D095B6-24E0-2214-45E8-6D3FB8757D24}"/>
          </ac:picMkLst>
        </pc:picChg>
      </pc:sldChg>
      <pc:sldChg chg="modSp mod setBg">
        <pc:chgData name="Madhanasekar, Divya" userId="a38de293-5d8c-4349-9b9c-6d229d6993a8" providerId="ADAL" clId="{29F68EF0-9277-4D3E-BC51-6DC911C255AF}" dt="2026-04-28T13:52:20.482" v="1997" actId="1036"/>
        <pc:sldMkLst>
          <pc:docMk/>
          <pc:sldMk cId="1732012901" sldId="917"/>
        </pc:sldMkLst>
        <pc:spChg chg="mod">
          <ac:chgData name="Madhanasekar, Divya" userId="a38de293-5d8c-4349-9b9c-6d229d6993a8" providerId="ADAL" clId="{29F68EF0-9277-4D3E-BC51-6DC911C255AF}" dt="2026-04-28T06:54:37.316" v="1471" actId="20577"/>
          <ac:spMkLst>
            <pc:docMk/>
            <pc:sldMk cId="1732012901" sldId="917"/>
            <ac:spMk id="3" creationId="{99BF1234-700A-1B7F-FCE7-0FC332610795}"/>
          </ac:spMkLst>
        </pc:spChg>
        <pc:spChg chg="mod">
          <ac:chgData name="Madhanasekar, Divya" userId="a38de293-5d8c-4349-9b9c-6d229d6993a8" providerId="ADAL" clId="{29F68EF0-9277-4D3E-BC51-6DC911C255AF}" dt="2026-04-28T13:52:12.241" v="1986" actId="1076"/>
          <ac:spMkLst>
            <pc:docMk/>
            <pc:sldMk cId="1732012901" sldId="917"/>
            <ac:spMk id="5" creationId="{0EDF01A3-9D12-0A42-B464-EF2C1D78AEB2}"/>
          </ac:spMkLst>
        </pc:spChg>
        <pc:spChg chg="mod">
          <ac:chgData name="Madhanasekar, Divya" userId="a38de293-5d8c-4349-9b9c-6d229d6993a8" providerId="ADAL" clId="{29F68EF0-9277-4D3E-BC51-6DC911C255AF}" dt="2026-04-28T07:35:49.732" v="1880" actId="20577"/>
          <ac:spMkLst>
            <pc:docMk/>
            <pc:sldMk cId="1732012901" sldId="917"/>
            <ac:spMk id="8" creationId="{BEFF3B6F-282D-A73B-9166-B137D1786AD8}"/>
          </ac:spMkLst>
        </pc:spChg>
        <pc:spChg chg="mod">
          <ac:chgData name="Madhanasekar, Divya" userId="a38de293-5d8c-4349-9b9c-6d229d6993a8" providerId="ADAL" clId="{29F68EF0-9277-4D3E-BC51-6DC911C255AF}" dt="2026-04-28T07:31:37.363" v="1817" actId="1038"/>
          <ac:spMkLst>
            <pc:docMk/>
            <pc:sldMk cId="1732012901" sldId="917"/>
            <ac:spMk id="11" creationId="{2DF9BCB6-ED10-3FB4-97EE-3C0A002F2423}"/>
          </ac:spMkLst>
        </pc:spChg>
        <pc:spChg chg="mod">
          <ac:chgData name="Madhanasekar, Divya" userId="a38de293-5d8c-4349-9b9c-6d229d6993a8" providerId="ADAL" clId="{29F68EF0-9277-4D3E-BC51-6DC911C255AF}" dt="2026-04-28T13:52:20.482" v="1997" actId="1036"/>
          <ac:spMkLst>
            <pc:docMk/>
            <pc:sldMk cId="1732012901" sldId="917"/>
            <ac:spMk id="16" creationId="{30E48A8E-CE1F-ED70-B8D7-149384F8055A}"/>
          </ac:spMkLst>
        </pc:spChg>
        <pc:picChg chg="mod">
          <ac:chgData name="Madhanasekar, Divya" userId="a38de293-5d8c-4349-9b9c-6d229d6993a8" providerId="ADAL" clId="{29F68EF0-9277-4D3E-BC51-6DC911C255AF}" dt="2026-04-28T13:52:15.442" v="1992" actId="1036"/>
          <ac:picMkLst>
            <pc:docMk/>
            <pc:sldMk cId="1732012901" sldId="917"/>
            <ac:picMk id="12" creationId="{DC1FFBDA-F5F5-F5E5-7CF3-830F9F7D75EF}"/>
          </ac:picMkLst>
        </pc:picChg>
      </pc:sldChg>
      <pc:sldChg chg="new del">
        <pc:chgData name="Madhanasekar, Divya" userId="a38de293-5d8c-4349-9b9c-6d229d6993a8" providerId="ADAL" clId="{29F68EF0-9277-4D3E-BC51-6DC911C255AF}" dt="2026-04-28T13:28:15.045" v="1979" actId="680"/>
        <pc:sldMkLst>
          <pc:docMk/>
          <pc:sldMk cId="2602969259" sldId="918"/>
        </pc:sldMkLst>
      </pc:sldChg>
      <pc:sldChg chg="new del">
        <pc:chgData name="Madhanasekar, Divya" userId="a38de293-5d8c-4349-9b9c-6d229d6993a8" providerId="ADAL" clId="{29F68EF0-9277-4D3E-BC51-6DC911C255AF}" dt="2026-04-28T09:29:07.516" v="1939" actId="47"/>
        <pc:sldMkLst>
          <pc:docMk/>
          <pc:sldMk cId="3939952703" sldId="918"/>
        </pc:sldMkLst>
      </pc:sldChg>
      <pc:sldMasterChg chg="setBg">
        <pc:chgData name="Madhanasekar, Divya" userId="a38de293-5d8c-4349-9b9c-6d229d6993a8" providerId="ADAL" clId="{29F68EF0-9277-4D3E-BC51-6DC911C255AF}" dt="2026-04-28T13:29:11.491" v="1983"/>
        <pc:sldMasterMkLst>
          <pc:docMk/>
          <pc:sldMasterMk cId="165569082" sldId="2147483648"/>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09FFC4-CDDB-47B2-9CB2-50F37E79051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16AA93A-D76F-4A42-87F5-2866E21E927C}">
      <dgm:prSet custT="1"/>
      <dgm:spPr/>
      <dgm:t>
        <a:bodyPr/>
        <a:lstStyle/>
        <a:p>
          <a:r>
            <a:rPr lang="en-US" sz="2400" kern="1200">
              <a:solidFill>
                <a:srgbClr val="7030A0"/>
              </a:solidFill>
              <a:latin typeface="Aptos" panose="02110004020202020204"/>
              <a:ea typeface="+mn-ea"/>
              <a:cs typeface="+mn-cs"/>
            </a:rPr>
            <a:t>SME:</a:t>
          </a:r>
          <a:r>
            <a:rPr lang="en-US" sz="4000" kern="1200"/>
            <a:t> </a:t>
          </a:r>
          <a:r>
            <a:rPr lang="en-US" sz="2400" kern="1200">
              <a:solidFill>
                <a:prstClr val="black">
                  <a:hueOff val="0"/>
                  <a:satOff val="0"/>
                  <a:lumOff val="0"/>
                  <a:alphaOff val="0"/>
                </a:prstClr>
              </a:solidFill>
              <a:latin typeface="Aptos" panose="02110004020202020204"/>
              <a:ea typeface="+mn-ea"/>
              <a:cs typeface="+mn-cs"/>
            </a:rPr>
            <a:t>Subject Matter Expert, Expert, Trainer, Instructor</a:t>
          </a:r>
        </a:p>
      </dgm:t>
    </dgm:pt>
    <dgm:pt modelId="{B884D7D1-C447-4CD8-871B-1B3A60802C59}" type="parTrans" cxnId="{BF2E0832-271D-4BEE-829F-3C467BD27EEF}">
      <dgm:prSet/>
      <dgm:spPr/>
      <dgm:t>
        <a:bodyPr/>
        <a:lstStyle/>
        <a:p>
          <a:endParaRPr lang="en-US"/>
        </a:p>
      </dgm:t>
    </dgm:pt>
    <dgm:pt modelId="{CB318EDD-71EC-4123-9E6E-ECC48CBF0FB1}" type="sibTrans" cxnId="{BF2E0832-271D-4BEE-829F-3C467BD27EEF}">
      <dgm:prSet/>
      <dgm:spPr/>
      <dgm:t>
        <a:bodyPr/>
        <a:lstStyle/>
        <a:p>
          <a:endParaRPr lang="en-US"/>
        </a:p>
      </dgm:t>
    </dgm:pt>
    <dgm:pt modelId="{3AE4ED70-B702-4FD7-8BD1-7AFD1667FF68}">
      <dgm:prSet custT="1"/>
      <dgm:spPr/>
      <dgm:t>
        <a:bodyPr/>
        <a:lstStyle/>
        <a:p>
          <a:r>
            <a:rPr lang="en-US" sz="2400" kern="1200">
              <a:solidFill>
                <a:srgbClr val="7030A0"/>
              </a:solidFill>
              <a:latin typeface="Aptos" panose="02110004020202020204"/>
              <a:ea typeface="+mn-ea"/>
              <a:cs typeface="+mn-cs"/>
            </a:rPr>
            <a:t>Learning Offerings: </a:t>
          </a:r>
          <a:r>
            <a:rPr lang="en-US" sz="2400" kern="1200"/>
            <a:t> Trainings</a:t>
          </a:r>
        </a:p>
      </dgm:t>
    </dgm:pt>
    <dgm:pt modelId="{3A3D832D-D64E-4E5C-9755-8D6D22D161C4}" type="parTrans" cxnId="{810D36AF-E4C9-4F47-B31D-5F9CB54DAF1B}">
      <dgm:prSet/>
      <dgm:spPr/>
      <dgm:t>
        <a:bodyPr/>
        <a:lstStyle/>
        <a:p>
          <a:endParaRPr lang="en-US"/>
        </a:p>
      </dgm:t>
    </dgm:pt>
    <dgm:pt modelId="{1120A3E4-4933-47C8-BD83-12B0089B4B9B}" type="sibTrans" cxnId="{810D36AF-E4C9-4F47-B31D-5F9CB54DAF1B}">
      <dgm:prSet/>
      <dgm:spPr/>
      <dgm:t>
        <a:bodyPr/>
        <a:lstStyle/>
        <a:p>
          <a:endParaRPr lang="en-US"/>
        </a:p>
      </dgm:t>
    </dgm:pt>
    <dgm:pt modelId="{7384065F-1869-4948-989E-CC21267D241B}">
      <dgm:prSet custT="1"/>
      <dgm:spPr/>
      <dgm:t>
        <a:bodyPr/>
        <a:lstStyle/>
        <a:p>
          <a:r>
            <a:rPr lang="en-US" sz="2400" kern="1200">
              <a:solidFill>
                <a:srgbClr val="7030A0"/>
              </a:solidFill>
              <a:latin typeface="Aptos" panose="02110004020202020204"/>
              <a:ea typeface="+mn-ea"/>
              <a:cs typeface="+mn-cs"/>
            </a:rPr>
            <a:t>Roles:  </a:t>
          </a:r>
          <a:r>
            <a:rPr lang="en-US" sz="2400" kern="1200">
              <a:solidFill>
                <a:prstClr val="black">
                  <a:hueOff val="0"/>
                  <a:satOff val="0"/>
                  <a:lumOff val="0"/>
                  <a:alphaOff val="0"/>
                </a:prstClr>
              </a:solidFill>
              <a:latin typeface="Aptos" panose="02110004020202020204"/>
              <a:ea typeface="+mn-ea"/>
              <a:cs typeface="+mn-cs"/>
            </a:rPr>
            <a:t>SME, Admin</a:t>
          </a:r>
        </a:p>
      </dgm:t>
    </dgm:pt>
    <dgm:pt modelId="{195A22D5-0FAD-4CB2-B5CE-F2F2AD5FCF83}" type="parTrans" cxnId="{721C37E1-EE38-449E-B535-320F25B82377}">
      <dgm:prSet/>
      <dgm:spPr/>
      <dgm:t>
        <a:bodyPr/>
        <a:lstStyle/>
        <a:p>
          <a:endParaRPr lang="en-US"/>
        </a:p>
      </dgm:t>
    </dgm:pt>
    <dgm:pt modelId="{75ADFAD2-43BB-464D-BAC2-FF1B5975E092}" type="sibTrans" cxnId="{721C37E1-EE38-449E-B535-320F25B82377}">
      <dgm:prSet/>
      <dgm:spPr/>
      <dgm:t>
        <a:bodyPr/>
        <a:lstStyle/>
        <a:p>
          <a:endParaRPr lang="en-US"/>
        </a:p>
      </dgm:t>
    </dgm:pt>
    <dgm:pt modelId="{52936200-8BD8-447D-83A0-86C889BFDF80}">
      <dgm:prSet custT="1"/>
      <dgm:spPr/>
      <dgm:t>
        <a:bodyPr/>
        <a:lstStyle/>
        <a:p>
          <a:r>
            <a:rPr lang="en-US" sz="2400" kern="1200">
              <a:solidFill>
                <a:srgbClr val="7030A0"/>
              </a:solidFill>
              <a:latin typeface="Aptos" panose="02110004020202020204"/>
              <a:ea typeface="+mn-ea"/>
              <a:cs typeface="+mn-cs"/>
            </a:rPr>
            <a:t>L&amp;TT: </a:t>
          </a:r>
          <a:r>
            <a:rPr lang="en-US" sz="2400" kern="1200">
              <a:solidFill>
                <a:prstClr val="black">
                  <a:hueOff val="0"/>
                  <a:satOff val="0"/>
                  <a:lumOff val="0"/>
                  <a:alphaOff val="0"/>
                </a:prstClr>
              </a:solidFill>
              <a:latin typeface="Aptos" panose="02110004020202020204"/>
              <a:ea typeface="+mn-ea"/>
              <a:cs typeface="+mn-cs"/>
            </a:rPr>
            <a:t>Learning and Talent Transformation </a:t>
          </a:r>
        </a:p>
      </dgm:t>
    </dgm:pt>
    <dgm:pt modelId="{7D509F52-9B55-4E11-BA94-A23D1587F3C1}" type="parTrans" cxnId="{6F05604B-5639-4E11-AC7F-B5F3547AE677}">
      <dgm:prSet/>
      <dgm:spPr/>
      <dgm:t>
        <a:bodyPr/>
        <a:lstStyle/>
        <a:p>
          <a:endParaRPr lang="en-US"/>
        </a:p>
      </dgm:t>
    </dgm:pt>
    <dgm:pt modelId="{45D3BCC7-83EE-450D-B3C4-2870C6A20767}" type="sibTrans" cxnId="{6F05604B-5639-4E11-AC7F-B5F3547AE677}">
      <dgm:prSet/>
      <dgm:spPr/>
      <dgm:t>
        <a:bodyPr/>
        <a:lstStyle/>
        <a:p>
          <a:endParaRPr lang="en-US"/>
        </a:p>
      </dgm:t>
    </dgm:pt>
    <dgm:pt modelId="{E0958612-2D6F-4E7F-ADC8-BBB4B94D30FD}" type="pres">
      <dgm:prSet presAssocID="{5C09FFC4-CDDB-47B2-9CB2-50F37E790515}" presName="vert0" presStyleCnt="0">
        <dgm:presLayoutVars>
          <dgm:dir/>
          <dgm:animOne val="branch"/>
          <dgm:animLvl val="lvl"/>
        </dgm:presLayoutVars>
      </dgm:prSet>
      <dgm:spPr/>
    </dgm:pt>
    <dgm:pt modelId="{60CDBB4C-8F72-4E11-AB6B-B2064030E571}" type="pres">
      <dgm:prSet presAssocID="{52936200-8BD8-447D-83A0-86C889BFDF80}" presName="thickLine" presStyleLbl="alignNode1" presStyleIdx="0" presStyleCnt="4"/>
      <dgm:spPr/>
    </dgm:pt>
    <dgm:pt modelId="{09880ABB-6637-476A-90B0-1C51FCC9415B}" type="pres">
      <dgm:prSet presAssocID="{52936200-8BD8-447D-83A0-86C889BFDF80}" presName="horz1" presStyleCnt="0"/>
      <dgm:spPr/>
    </dgm:pt>
    <dgm:pt modelId="{587E899C-A935-453E-BA52-2375A21F57EC}" type="pres">
      <dgm:prSet presAssocID="{52936200-8BD8-447D-83A0-86C889BFDF80}" presName="tx1" presStyleLbl="revTx" presStyleIdx="0" presStyleCnt="4"/>
      <dgm:spPr/>
    </dgm:pt>
    <dgm:pt modelId="{8FF587AB-79D9-46BF-AE78-821B5FBAB641}" type="pres">
      <dgm:prSet presAssocID="{52936200-8BD8-447D-83A0-86C889BFDF80}" presName="vert1" presStyleCnt="0"/>
      <dgm:spPr/>
    </dgm:pt>
    <dgm:pt modelId="{A3249009-0E2B-45D9-819D-FB03F468A2DE}" type="pres">
      <dgm:prSet presAssocID="{616AA93A-D76F-4A42-87F5-2866E21E927C}" presName="thickLine" presStyleLbl="alignNode1" presStyleIdx="1" presStyleCnt="4"/>
      <dgm:spPr/>
    </dgm:pt>
    <dgm:pt modelId="{5868A47C-DFCE-47A4-88B2-D2256E7CC898}" type="pres">
      <dgm:prSet presAssocID="{616AA93A-D76F-4A42-87F5-2866E21E927C}" presName="horz1" presStyleCnt="0"/>
      <dgm:spPr/>
    </dgm:pt>
    <dgm:pt modelId="{50B779D4-4662-4815-954F-397C5A2EA7C5}" type="pres">
      <dgm:prSet presAssocID="{616AA93A-D76F-4A42-87F5-2866E21E927C}" presName="tx1" presStyleLbl="revTx" presStyleIdx="1" presStyleCnt="4"/>
      <dgm:spPr/>
    </dgm:pt>
    <dgm:pt modelId="{C3B00E0F-7833-4142-B517-DBF62067E862}" type="pres">
      <dgm:prSet presAssocID="{616AA93A-D76F-4A42-87F5-2866E21E927C}" presName="vert1" presStyleCnt="0"/>
      <dgm:spPr/>
    </dgm:pt>
    <dgm:pt modelId="{47CC0B4B-8A4E-4025-99BB-6D21924C9DB2}" type="pres">
      <dgm:prSet presAssocID="{3AE4ED70-B702-4FD7-8BD1-7AFD1667FF68}" presName="thickLine" presStyleLbl="alignNode1" presStyleIdx="2" presStyleCnt="4"/>
      <dgm:spPr/>
    </dgm:pt>
    <dgm:pt modelId="{74B74469-5E92-4363-B9D0-C858FF4885AC}" type="pres">
      <dgm:prSet presAssocID="{3AE4ED70-B702-4FD7-8BD1-7AFD1667FF68}" presName="horz1" presStyleCnt="0"/>
      <dgm:spPr/>
    </dgm:pt>
    <dgm:pt modelId="{8F22AC14-E956-4A8C-9079-0574318AC839}" type="pres">
      <dgm:prSet presAssocID="{3AE4ED70-B702-4FD7-8BD1-7AFD1667FF68}" presName="tx1" presStyleLbl="revTx" presStyleIdx="2" presStyleCnt="4"/>
      <dgm:spPr/>
    </dgm:pt>
    <dgm:pt modelId="{D27D6E0F-D404-43AD-BE11-C7CE858E6F12}" type="pres">
      <dgm:prSet presAssocID="{3AE4ED70-B702-4FD7-8BD1-7AFD1667FF68}" presName="vert1" presStyleCnt="0"/>
      <dgm:spPr/>
    </dgm:pt>
    <dgm:pt modelId="{5B848105-82F3-4988-9E8D-B1ED44AC25B6}" type="pres">
      <dgm:prSet presAssocID="{7384065F-1869-4948-989E-CC21267D241B}" presName="thickLine" presStyleLbl="alignNode1" presStyleIdx="3" presStyleCnt="4"/>
      <dgm:spPr/>
    </dgm:pt>
    <dgm:pt modelId="{C5ED06BC-8DEF-45C3-895E-8B6CFDA6D882}" type="pres">
      <dgm:prSet presAssocID="{7384065F-1869-4948-989E-CC21267D241B}" presName="horz1" presStyleCnt="0"/>
      <dgm:spPr/>
    </dgm:pt>
    <dgm:pt modelId="{69C5E5C8-D7A5-4225-AB43-8BFCAE909CBB}" type="pres">
      <dgm:prSet presAssocID="{7384065F-1869-4948-989E-CC21267D241B}" presName="tx1" presStyleLbl="revTx" presStyleIdx="3" presStyleCnt="4"/>
      <dgm:spPr/>
    </dgm:pt>
    <dgm:pt modelId="{B4E50204-0C0C-41CD-9092-647CCDBE9048}" type="pres">
      <dgm:prSet presAssocID="{7384065F-1869-4948-989E-CC21267D241B}" presName="vert1" presStyleCnt="0"/>
      <dgm:spPr/>
    </dgm:pt>
  </dgm:ptLst>
  <dgm:cxnLst>
    <dgm:cxn modelId="{40FD9D06-E694-4AE6-8EBC-F36717769B0B}" type="presOf" srcId="{3AE4ED70-B702-4FD7-8BD1-7AFD1667FF68}" destId="{8F22AC14-E956-4A8C-9079-0574318AC839}" srcOrd="0" destOrd="0" presId="urn:microsoft.com/office/officeart/2008/layout/LinedList"/>
    <dgm:cxn modelId="{45CC2D30-4CC0-4129-9660-720DA691BA3C}" type="presOf" srcId="{5C09FFC4-CDDB-47B2-9CB2-50F37E790515}" destId="{E0958612-2D6F-4E7F-ADC8-BBB4B94D30FD}" srcOrd="0" destOrd="0" presId="urn:microsoft.com/office/officeart/2008/layout/LinedList"/>
    <dgm:cxn modelId="{BF2E0832-271D-4BEE-829F-3C467BD27EEF}" srcId="{5C09FFC4-CDDB-47B2-9CB2-50F37E790515}" destId="{616AA93A-D76F-4A42-87F5-2866E21E927C}" srcOrd="1" destOrd="0" parTransId="{B884D7D1-C447-4CD8-871B-1B3A60802C59}" sibTransId="{CB318EDD-71EC-4123-9E6E-ECC48CBF0FB1}"/>
    <dgm:cxn modelId="{57F79A3D-3153-49BB-87AF-AD825CC0B2C2}" type="presOf" srcId="{52936200-8BD8-447D-83A0-86C889BFDF80}" destId="{587E899C-A935-453E-BA52-2375A21F57EC}" srcOrd="0" destOrd="0" presId="urn:microsoft.com/office/officeart/2008/layout/LinedList"/>
    <dgm:cxn modelId="{6F05604B-5639-4E11-AC7F-B5F3547AE677}" srcId="{5C09FFC4-CDDB-47B2-9CB2-50F37E790515}" destId="{52936200-8BD8-447D-83A0-86C889BFDF80}" srcOrd="0" destOrd="0" parTransId="{7D509F52-9B55-4E11-BA94-A23D1587F3C1}" sibTransId="{45D3BCC7-83EE-450D-B3C4-2870C6A20767}"/>
    <dgm:cxn modelId="{9610E476-4951-409E-8785-3EABA84FB0C1}" type="presOf" srcId="{616AA93A-D76F-4A42-87F5-2866E21E927C}" destId="{50B779D4-4662-4815-954F-397C5A2EA7C5}" srcOrd="0" destOrd="0" presId="urn:microsoft.com/office/officeart/2008/layout/LinedList"/>
    <dgm:cxn modelId="{810D36AF-E4C9-4F47-B31D-5F9CB54DAF1B}" srcId="{5C09FFC4-CDDB-47B2-9CB2-50F37E790515}" destId="{3AE4ED70-B702-4FD7-8BD1-7AFD1667FF68}" srcOrd="2" destOrd="0" parTransId="{3A3D832D-D64E-4E5C-9755-8D6D22D161C4}" sibTransId="{1120A3E4-4933-47C8-BD83-12B0089B4B9B}"/>
    <dgm:cxn modelId="{D3C477C1-447B-4D50-B41D-8D1DFB825CB9}" type="presOf" srcId="{7384065F-1869-4948-989E-CC21267D241B}" destId="{69C5E5C8-D7A5-4225-AB43-8BFCAE909CBB}" srcOrd="0" destOrd="0" presId="urn:microsoft.com/office/officeart/2008/layout/LinedList"/>
    <dgm:cxn modelId="{721C37E1-EE38-449E-B535-320F25B82377}" srcId="{5C09FFC4-CDDB-47B2-9CB2-50F37E790515}" destId="{7384065F-1869-4948-989E-CC21267D241B}" srcOrd="3" destOrd="0" parTransId="{195A22D5-0FAD-4CB2-B5CE-F2F2AD5FCF83}" sibTransId="{75ADFAD2-43BB-464D-BAC2-FF1B5975E092}"/>
    <dgm:cxn modelId="{C75D349C-05F7-41E4-BAD5-79D43EFA2483}" type="presParOf" srcId="{E0958612-2D6F-4E7F-ADC8-BBB4B94D30FD}" destId="{60CDBB4C-8F72-4E11-AB6B-B2064030E571}" srcOrd="0" destOrd="0" presId="urn:microsoft.com/office/officeart/2008/layout/LinedList"/>
    <dgm:cxn modelId="{12FB47F7-CEB8-4A3F-A0F1-0EB141427C3A}" type="presParOf" srcId="{E0958612-2D6F-4E7F-ADC8-BBB4B94D30FD}" destId="{09880ABB-6637-476A-90B0-1C51FCC9415B}" srcOrd="1" destOrd="0" presId="urn:microsoft.com/office/officeart/2008/layout/LinedList"/>
    <dgm:cxn modelId="{60BAF3E9-5086-4B5C-93EE-0D21DBD50E71}" type="presParOf" srcId="{09880ABB-6637-476A-90B0-1C51FCC9415B}" destId="{587E899C-A935-453E-BA52-2375A21F57EC}" srcOrd="0" destOrd="0" presId="urn:microsoft.com/office/officeart/2008/layout/LinedList"/>
    <dgm:cxn modelId="{6F65F530-82B3-4D18-82D5-BE32B26FECAB}" type="presParOf" srcId="{09880ABB-6637-476A-90B0-1C51FCC9415B}" destId="{8FF587AB-79D9-46BF-AE78-821B5FBAB641}" srcOrd="1" destOrd="0" presId="urn:microsoft.com/office/officeart/2008/layout/LinedList"/>
    <dgm:cxn modelId="{C4E51B9C-9971-4C2D-BB64-F317F0D795B0}" type="presParOf" srcId="{E0958612-2D6F-4E7F-ADC8-BBB4B94D30FD}" destId="{A3249009-0E2B-45D9-819D-FB03F468A2DE}" srcOrd="2" destOrd="0" presId="urn:microsoft.com/office/officeart/2008/layout/LinedList"/>
    <dgm:cxn modelId="{CE87FA40-3A27-4E7B-8AFF-0ED3FA7E3F64}" type="presParOf" srcId="{E0958612-2D6F-4E7F-ADC8-BBB4B94D30FD}" destId="{5868A47C-DFCE-47A4-88B2-D2256E7CC898}" srcOrd="3" destOrd="0" presId="urn:microsoft.com/office/officeart/2008/layout/LinedList"/>
    <dgm:cxn modelId="{08A6F68D-57EB-4B54-8514-8585002517C1}" type="presParOf" srcId="{5868A47C-DFCE-47A4-88B2-D2256E7CC898}" destId="{50B779D4-4662-4815-954F-397C5A2EA7C5}" srcOrd="0" destOrd="0" presId="urn:microsoft.com/office/officeart/2008/layout/LinedList"/>
    <dgm:cxn modelId="{79317728-CA7D-414B-8F04-5062B1789027}" type="presParOf" srcId="{5868A47C-DFCE-47A4-88B2-D2256E7CC898}" destId="{C3B00E0F-7833-4142-B517-DBF62067E862}" srcOrd="1" destOrd="0" presId="urn:microsoft.com/office/officeart/2008/layout/LinedList"/>
    <dgm:cxn modelId="{A2CD878A-6F2E-4545-9D51-A72C167CFF76}" type="presParOf" srcId="{E0958612-2D6F-4E7F-ADC8-BBB4B94D30FD}" destId="{47CC0B4B-8A4E-4025-99BB-6D21924C9DB2}" srcOrd="4" destOrd="0" presId="urn:microsoft.com/office/officeart/2008/layout/LinedList"/>
    <dgm:cxn modelId="{3E3A0715-DE83-4466-8C47-84570A4B3434}" type="presParOf" srcId="{E0958612-2D6F-4E7F-ADC8-BBB4B94D30FD}" destId="{74B74469-5E92-4363-B9D0-C858FF4885AC}" srcOrd="5" destOrd="0" presId="urn:microsoft.com/office/officeart/2008/layout/LinedList"/>
    <dgm:cxn modelId="{278B898E-B6CB-4C1D-8CCA-B5075D303A48}" type="presParOf" srcId="{74B74469-5E92-4363-B9D0-C858FF4885AC}" destId="{8F22AC14-E956-4A8C-9079-0574318AC839}" srcOrd="0" destOrd="0" presId="urn:microsoft.com/office/officeart/2008/layout/LinedList"/>
    <dgm:cxn modelId="{68B37769-6309-418F-ACA4-664C16808046}" type="presParOf" srcId="{74B74469-5E92-4363-B9D0-C858FF4885AC}" destId="{D27D6E0F-D404-43AD-BE11-C7CE858E6F12}" srcOrd="1" destOrd="0" presId="urn:microsoft.com/office/officeart/2008/layout/LinedList"/>
    <dgm:cxn modelId="{116FA02B-FBAE-4C43-A343-13DCDB514773}" type="presParOf" srcId="{E0958612-2D6F-4E7F-ADC8-BBB4B94D30FD}" destId="{5B848105-82F3-4988-9E8D-B1ED44AC25B6}" srcOrd="6" destOrd="0" presId="urn:microsoft.com/office/officeart/2008/layout/LinedList"/>
    <dgm:cxn modelId="{53DD94C0-1F91-4B26-A8D2-A1807589A52B}" type="presParOf" srcId="{E0958612-2D6F-4E7F-ADC8-BBB4B94D30FD}" destId="{C5ED06BC-8DEF-45C3-895E-8B6CFDA6D882}" srcOrd="7" destOrd="0" presId="urn:microsoft.com/office/officeart/2008/layout/LinedList"/>
    <dgm:cxn modelId="{4EA46B18-251F-4722-A700-7C9A59AB72DD}" type="presParOf" srcId="{C5ED06BC-8DEF-45C3-895E-8B6CFDA6D882}" destId="{69C5E5C8-D7A5-4225-AB43-8BFCAE909CBB}" srcOrd="0" destOrd="0" presId="urn:microsoft.com/office/officeart/2008/layout/LinedList"/>
    <dgm:cxn modelId="{9B9E2974-380D-4C21-BF01-E040DEDDF9FA}" type="presParOf" srcId="{C5ED06BC-8DEF-45C3-895E-8B6CFDA6D882}" destId="{B4E50204-0C0C-41CD-9092-647CCDBE904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CDBB4C-8F72-4E11-AB6B-B2064030E571}">
      <dsp:nvSpPr>
        <dsp:cNvPr id="0" name=""/>
        <dsp:cNvSpPr/>
      </dsp:nvSpPr>
      <dsp:spPr>
        <a:xfrm>
          <a:off x="0" y="0"/>
          <a:ext cx="114300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7E899C-A935-453E-BA52-2375A21F57EC}">
      <dsp:nvSpPr>
        <dsp:cNvPr id="0" name=""/>
        <dsp:cNvSpPr/>
      </dsp:nvSpPr>
      <dsp:spPr>
        <a:xfrm>
          <a:off x="0" y="0"/>
          <a:ext cx="11430000" cy="122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solidFill>
                <a:srgbClr val="7030A0"/>
              </a:solidFill>
              <a:latin typeface="Aptos" panose="02110004020202020204"/>
              <a:ea typeface="+mn-ea"/>
              <a:cs typeface="+mn-cs"/>
            </a:rPr>
            <a:t>L&amp;TT: </a:t>
          </a:r>
          <a:r>
            <a:rPr lang="en-US" sz="2400" kern="1200">
              <a:solidFill>
                <a:prstClr val="black">
                  <a:hueOff val="0"/>
                  <a:satOff val="0"/>
                  <a:lumOff val="0"/>
                  <a:alphaOff val="0"/>
                </a:prstClr>
              </a:solidFill>
              <a:latin typeface="Aptos" panose="02110004020202020204"/>
              <a:ea typeface="+mn-ea"/>
              <a:cs typeface="+mn-cs"/>
            </a:rPr>
            <a:t>Learning and Talent Transformation </a:t>
          </a:r>
        </a:p>
      </dsp:txBody>
      <dsp:txXfrm>
        <a:off x="0" y="0"/>
        <a:ext cx="11430000" cy="1225869"/>
      </dsp:txXfrm>
    </dsp:sp>
    <dsp:sp modelId="{A3249009-0E2B-45D9-819D-FB03F468A2DE}">
      <dsp:nvSpPr>
        <dsp:cNvPr id="0" name=""/>
        <dsp:cNvSpPr/>
      </dsp:nvSpPr>
      <dsp:spPr>
        <a:xfrm>
          <a:off x="0" y="1225870"/>
          <a:ext cx="114300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B779D4-4662-4815-954F-397C5A2EA7C5}">
      <dsp:nvSpPr>
        <dsp:cNvPr id="0" name=""/>
        <dsp:cNvSpPr/>
      </dsp:nvSpPr>
      <dsp:spPr>
        <a:xfrm>
          <a:off x="0" y="1225869"/>
          <a:ext cx="11430000" cy="122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solidFill>
                <a:srgbClr val="7030A0"/>
              </a:solidFill>
              <a:latin typeface="Aptos" panose="02110004020202020204"/>
              <a:ea typeface="+mn-ea"/>
              <a:cs typeface="+mn-cs"/>
            </a:rPr>
            <a:t>SME:</a:t>
          </a:r>
          <a:r>
            <a:rPr lang="en-US" sz="4000" kern="1200"/>
            <a:t> </a:t>
          </a:r>
          <a:r>
            <a:rPr lang="en-US" sz="2400" kern="1200">
              <a:solidFill>
                <a:prstClr val="black">
                  <a:hueOff val="0"/>
                  <a:satOff val="0"/>
                  <a:lumOff val="0"/>
                  <a:alphaOff val="0"/>
                </a:prstClr>
              </a:solidFill>
              <a:latin typeface="Aptos" panose="02110004020202020204"/>
              <a:ea typeface="+mn-ea"/>
              <a:cs typeface="+mn-cs"/>
            </a:rPr>
            <a:t>Subject Matter Expert, Expert, Trainer, Instructor</a:t>
          </a:r>
        </a:p>
      </dsp:txBody>
      <dsp:txXfrm>
        <a:off x="0" y="1225869"/>
        <a:ext cx="11430000" cy="1225869"/>
      </dsp:txXfrm>
    </dsp:sp>
    <dsp:sp modelId="{47CC0B4B-8A4E-4025-99BB-6D21924C9DB2}">
      <dsp:nvSpPr>
        <dsp:cNvPr id="0" name=""/>
        <dsp:cNvSpPr/>
      </dsp:nvSpPr>
      <dsp:spPr>
        <a:xfrm>
          <a:off x="0" y="2451740"/>
          <a:ext cx="114300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22AC14-E956-4A8C-9079-0574318AC839}">
      <dsp:nvSpPr>
        <dsp:cNvPr id="0" name=""/>
        <dsp:cNvSpPr/>
      </dsp:nvSpPr>
      <dsp:spPr>
        <a:xfrm>
          <a:off x="0" y="2451739"/>
          <a:ext cx="11430000" cy="122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solidFill>
                <a:srgbClr val="7030A0"/>
              </a:solidFill>
              <a:latin typeface="Aptos" panose="02110004020202020204"/>
              <a:ea typeface="+mn-ea"/>
              <a:cs typeface="+mn-cs"/>
            </a:rPr>
            <a:t>Learning Offerings: </a:t>
          </a:r>
          <a:r>
            <a:rPr lang="en-US" sz="2400" kern="1200"/>
            <a:t> Trainings</a:t>
          </a:r>
        </a:p>
      </dsp:txBody>
      <dsp:txXfrm>
        <a:off x="0" y="2451739"/>
        <a:ext cx="11430000" cy="1225869"/>
      </dsp:txXfrm>
    </dsp:sp>
    <dsp:sp modelId="{5B848105-82F3-4988-9E8D-B1ED44AC25B6}">
      <dsp:nvSpPr>
        <dsp:cNvPr id="0" name=""/>
        <dsp:cNvSpPr/>
      </dsp:nvSpPr>
      <dsp:spPr>
        <a:xfrm>
          <a:off x="0" y="3677609"/>
          <a:ext cx="114300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C5E5C8-D7A5-4225-AB43-8BFCAE909CBB}">
      <dsp:nvSpPr>
        <dsp:cNvPr id="0" name=""/>
        <dsp:cNvSpPr/>
      </dsp:nvSpPr>
      <dsp:spPr>
        <a:xfrm>
          <a:off x="0" y="3677609"/>
          <a:ext cx="11430000" cy="122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solidFill>
                <a:srgbClr val="7030A0"/>
              </a:solidFill>
              <a:latin typeface="Aptos" panose="02110004020202020204"/>
              <a:ea typeface="+mn-ea"/>
              <a:cs typeface="+mn-cs"/>
            </a:rPr>
            <a:t>Roles:  </a:t>
          </a:r>
          <a:r>
            <a:rPr lang="en-US" sz="2400" kern="1200">
              <a:solidFill>
                <a:prstClr val="black">
                  <a:hueOff val="0"/>
                  <a:satOff val="0"/>
                  <a:lumOff val="0"/>
                  <a:alphaOff val="0"/>
                </a:prstClr>
              </a:solidFill>
              <a:latin typeface="Aptos" panose="02110004020202020204"/>
              <a:ea typeface="+mn-ea"/>
              <a:cs typeface="+mn-cs"/>
            </a:rPr>
            <a:t>SME, Admin</a:t>
          </a:r>
        </a:p>
      </dsp:txBody>
      <dsp:txXfrm>
        <a:off x="0" y="3677609"/>
        <a:ext cx="11430000" cy="12258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C761A-ED38-2EFE-4FFA-A5D7D21E85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9647BD-9AE1-AD35-D751-603E5D13BC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C46A75-FA94-2939-F139-A0B4F977EE8E}"/>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5" name="Footer Placeholder 4">
            <a:extLst>
              <a:ext uri="{FF2B5EF4-FFF2-40B4-BE49-F238E27FC236}">
                <a16:creationId xmlns:a16="http://schemas.microsoft.com/office/drawing/2014/main" id="{794EE7E4-45FA-8994-C3E5-F191653A7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CB9901-ABCF-F7F6-90F9-7CFE630B9158}"/>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383625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2F877-41A1-199F-A8F5-EB946EAF13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C3550B-BD31-6FC8-5B5F-9C8008A139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FE4A0-75F4-65CA-9E22-725476B54BD3}"/>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5" name="Footer Placeholder 4">
            <a:extLst>
              <a:ext uri="{FF2B5EF4-FFF2-40B4-BE49-F238E27FC236}">
                <a16:creationId xmlns:a16="http://schemas.microsoft.com/office/drawing/2014/main" id="{3735AC4C-A2CE-281B-B329-B4C8762F34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508BB7-DF32-53F6-FC85-F4CAD71190BB}"/>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2218196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B085A-014B-2EEB-11C6-A91B83BAAB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D409DF-B6ED-EE57-0840-D840594C32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D63069-D57A-57F3-75B2-71604FBE7DB6}"/>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5" name="Footer Placeholder 4">
            <a:extLst>
              <a:ext uri="{FF2B5EF4-FFF2-40B4-BE49-F238E27FC236}">
                <a16:creationId xmlns:a16="http://schemas.microsoft.com/office/drawing/2014/main" id="{12868887-0B8E-E040-2863-6AE2DA23AF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8271BA-6796-6AB3-145A-FCE15FDD7D72}"/>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861540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020B1-D578-D80B-270F-BE757D3C5A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F2189F-A01B-822F-43A1-2194750E72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71C23A-F996-15B6-7A87-750247264B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D7B756-6436-3608-FCF5-67CAEFF9FC5E}"/>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6" name="Footer Placeholder 5">
            <a:extLst>
              <a:ext uri="{FF2B5EF4-FFF2-40B4-BE49-F238E27FC236}">
                <a16:creationId xmlns:a16="http://schemas.microsoft.com/office/drawing/2014/main" id="{E63D3361-C374-733B-DC39-9BE060A9F9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5E988C-5334-C3F4-27CC-B31382E22626}"/>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652663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2D76-AF37-5E97-8778-CDD94AFFAD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770F77-D425-4C7D-BE33-BD164744E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E77E5F-6F70-C4E8-0BFA-59335FBC0B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C348D7-2E63-5F04-FF28-D438D4CE94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D5393D-5137-8AC6-F622-10E2DA9B0C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276C52-C9AE-0C9A-A3E0-4C4F7D49E47D}"/>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8" name="Footer Placeholder 7">
            <a:extLst>
              <a:ext uri="{FF2B5EF4-FFF2-40B4-BE49-F238E27FC236}">
                <a16:creationId xmlns:a16="http://schemas.microsoft.com/office/drawing/2014/main" id="{7B9C20C2-673E-F90D-A943-C97B103F1A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F66643-4D8A-6365-C357-0C6B7AE41C73}"/>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821591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37055-3E51-821A-4AEC-D4828CFA75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A0344C-4A79-E949-5823-B7EBF0F1AAFE}"/>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4" name="Footer Placeholder 3">
            <a:extLst>
              <a:ext uri="{FF2B5EF4-FFF2-40B4-BE49-F238E27FC236}">
                <a16:creationId xmlns:a16="http://schemas.microsoft.com/office/drawing/2014/main" id="{7522126C-D194-8763-4142-0FB9513856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89E1FF-54E8-8D5B-12C3-628539503D59}"/>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650026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DBCBCE-AA6C-8780-8142-B3D5C5744CA4}"/>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3" name="Footer Placeholder 2">
            <a:extLst>
              <a:ext uri="{FF2B5EF4-FFF2-40B4-BE49-F238E27FC236}">
                <a16:creationId xmlns:a16="http://schemas.microsoft.com/office/drawing/2014/main" id="{531487AD-06D7-7BBE-03C7-A89F37BCF5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BBAE89-0FBB-ADE2-4216-47D8429F07E0}"/>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1630130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EE4D6-FBAE-F4A4-0F15-D21799BAC6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0D43D2-508B-78BA-74EC-E3C0EBCEB5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A7A207-7FD8-0FCD-E37F-66F50B592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037309-8D58-97F7-495E-E2D09BEA9645}"/>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6" name="Footer Placeholder 5">
            <a:extLst>
              <a:ext uri="{FF2B5EF4-FFF2-40B4-BE49-F238E27FC236}">
                <a16:creationId xmlns:a16="http://schemas.microsoft.com/office/drawing/2014/main" id="{049BD89D-2D28-1603-329F-809D22A19F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EBD208-DECF-66CA-C9D3-F35186D74109}"/>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1018442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B2AB2-97F2-4A65-E5F0-D3D88FDA81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F61282-0156-8AF9-7887-C842D2F2B1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A3A5211-0978-C997-5A83-703DF76C3A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C11335-67E6-7208-7A0C-A8880D378972}"/>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6" name="Footer Placeholder 5">
            <a:extLst>
              <a:ext uri="{FF2B5EF4-FFF2-40B4-BE49-F238E27FC236}">
                <a16:creationId xmlns:a16="http://schemas.microsoft.com/office/drawing/2014/main" id="{17C39355-DD81-B513-F75B-EF04EAD270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FA2C1-1C04-958D-73B4-692CA4BF7BA9}"/>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2603728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07CA7-3D49-F529-83ED-03AF94FC25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2D2AB1-0897-5561-3645-E8FA77CDC4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32B473-9BE2-744F-6737-1780FDE37973}"/>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5" name="Footer Placeholder 4">
            <a:extLst>
              <a:ext uri="{FF2B5EF4-FFF2-40B4-BE49-F238E27FC236}">
                <a16:creationId xmlns:a16="http://schemas.microsoft.com/office/drawing/2014/main" id="{3F6B74CF-C3AE-5747-9859-61C32647AC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B5D782-C550-93EE-E2B2-3DFF76FAF184}"/>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264891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13149C-FA67-0D36-FC13-55E49DFF53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5E4EFE-6813-8071-5DC1-E043EBC849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0D70A-D9D0-D9A1-16C8-6D4501D731A4}"/>
              </a:ext>
            </a:extLst>
          </p:cNvPr>
          <p:cNvSpPr>
            <a:spLocks noGrp="1"/>
          </p:cNvSpPr>
          <p:nvPr>
            <p:ph type="dt" sz="half" idx="10"/>
          </p:nvPr>
        </p:nvSpPr>
        <p:spPr/>
        <p:txBody>
          <a:bodyPr/>
          <a:lstStyle/>
          <a:p>
            <a:fld id="{C6846731-0AC3-4CE2-9496-F081E21D8A03}" type="datetimeFigureOut">
              <a:rPr lang="en-US" smtClean="0"/>
              <a:t>4/28/2026</a:t>
            </a:fld>
            <a:endParaRPr lang="en-US"/>
          </a:p>
        </p:txBody>
      </p:sp>
      <p:sp>
        <p:nvSpPr>
          <p:cNvPr id="5" name="Footer Placeholder 4">
            <a:extLst>
              <a:ext uri="{FF2B5EF4-FFF2-40B4-BE49-F238E27FC236}">
                <a16:creationId xmlns:a16="http://schemas.microsoft.com/office/drawing/2014/main" id="{FCB0D4D8-4467-0C16-5F85-370E53119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45E594-1574-4291-7C2A-611C7D3676F0}"/>
              </a:ext>
            </a:extLst>
          </p:cNvPr>
          <p:cNvSpPr>
            <a:spLocks noGrp="1"/>
          </p:cNvSpPr>
          <p:nvPr>
            <p:ph type="sldNum" sz="quarter" idx="12"/>
          </p:nvPr>
        </p:nvSpPr>
        <p:spPr/>
        <p:txBody>
          <a:bodyPr/>
          <a:lstStyle/>
          <a:p>
            <a:fld id="{23E6E5C8-2A04-4EB8-B036-31D8794CCC5D}" type="slidenum">
              <a:rPr lang="en-US" smtClean="0"/>
              <a:t>‹#›</a:t>
            </a:fld>
            <a:endParaRPr lang="en-US"/>
          </a:p>
        </p:txBody>
      </p:sp>
    </p:spTree>
    <p:extLst>
      <p:ext uri="{BB962C8B-B14F-4D97-AF65-F5344CB8AC3E}">
        <p14:creationId xmlns:p14="http://schemas.microsoft.com/office/powerpoint/2010/main" val="3621981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atin typeface="Arial" panose="020B0604020202020204" pitchFamily="34" charset="0"/>
                <a:cs typeface="Arial" panose="020B0604020202020204" pitchFamily="34" charset="0"/>
              </a:defRPr>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Arial" panose="020B0604020202020204" pitchFamily="34" charset="0"/>
                <a:cs typeface="Arial" panose="020B0604020202020204" pitchFamily="34" charset="0"/>
              </a:defRPr>
            </a:lvl1pPr>
          </a:lstStyle>
          <a:p>
            <a:pPr lvl="0"/>
            <a:r>
              <a:rPr lang="en-US"/>
              <a:t>Place subtitle here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2022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4134915063"/>
      </p:ext>
    </p:extLst>
  </p:cSld>
  <p:clrMapOvr>
    <a:masterClrMapping/>
  </p:clrMapOvr>
  <p:extLst>
    <p:ext uri="{DCECCB84-F9BA-43D5-87BE-67443E8EF086}">
      <p15:sldGuideLst xmlns:p15="http://schemas.microsoft.com/office/powerpoint/2012/main">
        <p15:guide id="1" orient="horz" pos="931">
          <p15:clr>
            <a:srgbClr val="547EBF"/>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271285-61C7-9AF8-C9DC-C3094A7252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87FDA8-2FF0-5701-F53F-6EBF5E2ED1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FD670B-2D8D-1D1C-A142-50F4CE5B2D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846731-0AC3-4CE2-9496-F081E21D8A03}" type="datetimeFigureOut">
              <a:rPr lang="en-US" smtClean="0"/>
              <a:t>4/28/2026</a:t>
            </a:fld>
            <a:endParaRPr lang="en-US"/>
          </a:p>
        </p:txBody>
      </p:sp>
      <p:sp>
        <p:nvSpPr>
          <p:cNvPr id="5" name="Footer Placeholder 4">
            <a:extLst>
              <a:ext uri="{FF2B5EF4-FFF2-40B4-BE49-F238E27FC236}">
                <a16:creationId xmlns:a16="http://schemas.microsoft.com/office/drawing/2014/main" id="{7CC66A0C-D886-1A24-3C71-7DEBC5E708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6F2C3B-8B79-3C3E-BCC0-DC28016D2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E6E5C8-2A04-4EB8-B036-31D8794CCC5D}" type="slidenum">
              <a:rPr lang="en-US" smtClean="0"/>
              <a:t>‹#›</a:t>
            </a:fld>
            <a:endParaRPr lang="en-US"/>
          </a:p>
        </p:txBody>
      </p:sp>
    </p:spTree>
    <p:extLst>
      <p:ext uri="{BB962C8B-B14F-4D97-AF65-F5344CB8AC3E}">
        <p14:creationId xmlns:p14="http://schemas.microsoft.com/office/powerpoint/2010/main" val="165569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hyperlink" Target="https://ts.accenture.com/:x:/s/LKMTools/LKMAcademy/JavaAcademy/IQCI_LHU8hUnTYB-74E7Li9QAR7VMWg90pwQeDiRmcJS7co"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DF40F-18BA-A83D-8CB8-123FD6615D12}"/>
              </a:ext>
            </a:extLst>
          </p:cNvPr>
          <p:cNvSpPr>
            <a:spLocks noGrp="1"/>
          </p:cNvSpPr>
          <p:nvPr>
            <p:ph type="ctrTitle"/>
          </p:nvPr>
        </p:nvSpPr>
        <p:spPr>
          <a:xfrm>
            <a:off x="643468" y="643467"/>
            <a:ext cx="4620584" cy="4567137"/>
          </a:xfrm>
        </p:spPr>
        <p:txBody>
          <a:bodyPr>
            <a:normAutofit/>
          </a:bodyPr>
          <a:lstStyle/>
          <a:p>
            <a:pPr algn="l"/>
            <a:r>
              <a:rPr lang="en-US" sz="4400"/>
              <a:t>Level 1 Hackathon Guide</a:t>
            </a:r>
          </a:p>
        </p:txBody>
      </p:sp>
      <p:sp>
        <p:nvSpPr>
          <p:cNvPr id="3" name="Subtitle 2">
            <a:extLst>
              <a:ext uri="{FF2B5EF4-FFF2-40B4-BE49-F238E27FC236}">
                <a16:creationId xmlns:a16="http://schemas.microsoft.com/office/drawing/2014/main" id="{18A72B7D-D208-BF64-027E-E8EC7F6AFFCF}"/>
              </a:ext>
            </a:extLst>
          </p:cNvPr>
          <p:cNvSpPr>
            <a:spLocks noGrp="1"/>
          </p:cNvSpPr>
          <p:nvPr>
            <p:ph type="subTitle" idx="1"/>
          </p:nvPr>
        </p:nvSpPr>
        <p:spPr>
          <a:xfrm>
            <a:off x="643465" y="5277684"/>
            <a:ext cx="6878563" cy="775494"/>
          </a:xfrm>
          <a:effectLst>
            <a:reflection blurRad="6350" stA="50000" endA="300" endPos="38500" dist="50800" dir="5400000" sy="-100000" algn="bl" rotWithShape="0"/>
          </a:effectLst>
        </p:spPr>
        <p:txBody>
          <a:bodyPr vert="horz" lIns="91440" tIns="45720" rIns="91440" bIns="45720" rtlCol="0" anchor="t">
            <a:normAutofit fontScale="92500" lnSpcReduction="10000"/>
          </a:bodyPr>
          <a:lstStyle/>
          <a:p>
            <a:pPr algn="l"/>
            <a:r>
              <a:rPr lang="en-US" b="1">
                <a:solidFill>
                  <a:schemeClr val="accent5">
                    <a:lumMod val="75000"/>
                  </a:schemeClr>
                </a:solidFill>
                <a:latin typeface="Arial"/>
                <a:cs typeface="Arial"/>
              </a:rPr>
              <a:t>Hack-N-Stack: Code the Future</a:t>
            </a:r>
          </a:p>
          <a:p>
            <a:pPr algn="l"/>
            <a:r>
              <a:rPr lang="en-US" sz="2200" b="1">
                <a:solidFill>
                  <a:schemeClr val="accent5">
                    <a:lumMod val="75000"/>
                  </a:schemeClr>
                </a:solidFill>
                <a:latin typeface="Arial"/>
                <a:cs typeface="Arial"/>
              </a:rPr>
              <a:t>Java Full Stack with AI: Learning Hackathon 2026</a:t>
            </a:r>
            <a:endParaRPr lang="en-US" sz="2200">
              <a:solidFill>
                <a:schemeClr val="accent5">
                  <a:lumMod val="75000"/>
                </a:schemeClr>
              </a:solidFill>
            </a:endParaRPr>
          </a:p>
        </p:txBody>
      </p:sp>
      <p:pic>
        <p:nvPicPr>
          <p:cNvPr id="4" name="Picture 3" descr="Abstract smoke background">
            <a:extLst>
              <a:ext uri="{FF2B5EF4-FFF2-40B4-BE49-F238E27FC236}">
                <a16:creationId xmlns:a16="http://schemas.microsoft.com/office/drawing/2014/main" id="{69AA1FB9-76A4-8279-242D-9C313E7DA1A9}"/>
              </a:ext>
            </a:extLst>
          </p:cNvPr>
          <p:cNvPicPr>
            <a:picLocks noChangeAspect="1"/>
          </p:cNvPicPr>
          <p:nvPr/>
        </p:nvPicPr>
        <p:blipFill rotWithShape="1">
          <a:blip r:embed="rId2"/>
          <a:srcRect l="17763" r="24418"/>
          <a:stretch/>
        </p:blipFill>
        <p:spPr>
          <a:xfrm>
            <a:off x="6822446" y="250371"/>
            <a:ext cx="5366506" cy="61721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317920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45205-95F8-07EB-E678-66B594EE102E}"/>
              </a:ext>
            </a:extLst>
          </p:cNvPr>
          <p:cNvSpPr>
            <a:spLocks noGrp="1"/>
          </p:cNvSpPr>
          <p:nvPr>
            <p:ph type="title"/>
          </p:nvPr>
        </p:nvSpPr>
        <p:spPr/>
        <p:txBody>
          <a:bodyPr>
            <a:normAutofit/>
          </a:bodyPr>
          <a:lstStyle/>
          <a:p>
            <a:r>
              <a:rPr lang="en-US" sz="4000"/>
              <a:t>Legend - Abbreviations</a:t>
            </a:r>
          </a:p>
        </p:txBody>
      </p:sp>
      <p:graphicFrame>
        <p:nvGraphicFramePr>
          <p:cNvPr id="6" name="Content Placeholder 2">
            <a:extLst>
              <a:ext uri="{FF2B5EF4-FFF2-40B4-BE49-F238E27FC236}">
                <a16:creationId xmlns:a16="http://schemas.microsoft.com/office/drawing/2014/main" id="{805CDBE1-F283-4F40-A4C7-2FC4D8DD347B}"/>
              </a:ext>
            </a:extLst>
          </p:cNvPr>
          <p:cNvGraphicFramePr>
            <a:graphicFrameLocks noGrp="1"/>
          </p:cNvGraphicFramePr>
          <p:nvPr>
            <p:ph sz="quarter" idx="10"/>
            <p:extLst>
              <p:ext uri="{D42A27DB-BD31-4B8C-83A1-F6EECF244321}">
                <p14:modId xmlns:p14="http://schemas.microsoft.com/office/powerpoint/2010/main" val="4046072588"/>
              </p:ext>
            </p:extLst>
          </p:nvPr>
        </p:nvGraphicFramePr>
        <p:xfrm>
          <a:off x="381001" y="1605065"/>
          <a:ext cx="11430000" cy="4903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7807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AFE936-64F5-8986-1484-D428F162489D}"/>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Problem Statement </a:t>
            </a:r>
          </a:p>
        </p:txBody>
      </p:sp>
      <p:sp>
        <p:nvSpPr>
          <p:cNvPr id="5" name="Footer Placeholder 4">
            <a:extLst>
              <a:ext uri="{FF2B5EF4-FFF2-40B4-BE49-F238E27FC236}">
                <a16:creationId xmlns:a16="http://schemas.microsoft.com/office/drawing/2014/main" id="{A2BC9EC3-2F71-BE32-4F72-3682AF906199}"/>
              </a:ext>
            </a:extLst>
          </p:cNvPr>
          <p:cNvSpPr>
            <a:spLocks noGrp="1"/>
          </p:cNvSpPr>
          <p:nvPr>
            <p:ph type="ftr" sz="quarter" idx="11"/>
          </p:nvPr>
        </p:nvSpPr>
        <p:spPr>
          <a:xfrm>
            <a:off x="1591336" y="5975804"/>
            <a:ext cx="4114800" cy="365125"/>
          </a:xfrm>
        </p:spPr>
        <p:txBody>
          <a:bodyPr>
            <a:normAutofit/>
          </a:bodyPr>
          <a:lstStyle/>
          <a:p>
            <a:pPr algn="l" defTabSz="228600">
              <a:spcAft>
                <a:spcPts val="1200"/>
              </a:spcAft>
              <a:defRPr/>
            </a:pPr>
            <a:r>
              <a:rPr lang="en-GB" sz="1100">
                <a:solidFill>
                  <a:srgbClr val="FFFFFF"/>
                </a:solidFill>
              </a:rPr>
              <a:t>Copyright © 2022 Accenture. All rights reserved.</a:t>
            </a:r>
          </a:p>
        </p:txBody>
      </p:sp>
      <p:sp>
        <p:nvSpPr>
          <p:cNvPr id="6" name="Slide Number Placeholder 5">
            <a:extLst>
              <a:ext uri="{FF2B5EF4-FFF2-40B4-BE49-F238E27FC236}">
                <a16:creationId xmlns:a16="http://schemas.microsoft.com/office/drawing/2014/main" id="{9CA26DC5-D505-F1A3-81E8-C454064A4499}"/>
              </a:ext>
            </a:extLst>
          </p:cNvPr>
          <p:cNvSpPr>
            <a:spLocks noGrp="1"/>
          </p:cNvSpPr>
          <p:nvPr>
            <p:ph type="sldNum" sz="quarter" idx="12"/>
          </p:nvPr>
        </p:nvSpPr>
        <p:spPr>
          <a:xfrm>
            <a:off x="11704320" y="6455431"/>
            <a:ext cx="445913" cy="365125"/>
          </a:xfrm>
        </p:spPr>
        <p:txBody>
          <a:bodyPr>
            <a:normAutofit/>
          </a:bodyPr>
          <a:lstStyle/>
          <a:p>
            <a:pPr>
              <a:spcAft>
                <a:spcPts val="600"/>
              </a:spcAft>
            </a:pPr>
            <a:fld id="{1F90F471-3972-4120-B8B3-0237DE626C35}" type="slidenum">
              <a:rPr lang="en-US" sz="1100">
                <a:solidFill>
                  <a:schemeClr val="tx1">
                    <a:lumMod val="50000"/>
                    <a:lumOff val="50000"/>
                  </a:schemeClr>
                </a:solidFill>
              </a:rPr>
              <a:pPr>
                <a:spcAft>
                  <a:spcPts val="600"/>
                </a:spcAft>
              </a:pPr>
              <a:t>3</a:t>
            </a:fld>
            <a:endParaRPr lang="en-US" sz="1100">
              <a:solidFill>
                <a:schemeClr val="tx1">
                  <a:lumMod val="50000"/>
                  <a:lumOff val="50000"/>
                </a:schemeClr>
              </a:solidFill>
            </a:endParaRPr>
          </a:p>
        </p:txBody>
      </p:sp>
      <p:sp>
        <p:nvSpPr>
          <p:cNvPr id="12" name="Content Placeholder 11">
            <a:extLst>
              <a:ext uri="{FF2B5EF4-FFF2-40B4-BE49-F238E27FC236}">
                <a16:creationId xmlns:a16="http://schemas.microsoft.com/office/drawing/2014/main" id="{7ED1D75B-87B1-C551-3666-4A5133CD1247}"/>
              </a:ext>
            </a:extLst>
          </p:cNvPr>
          <p:cNvSpPr>
            <a:spLocks noGrp="1"/>
          </p:cNvSpPr>
          <p:nvPr>
            <p:ph idx="1"/>
          </p:nvPr>
        </p:nvSpPr>
        <p:spPr/>
        <p:txBody>
          <a:bodyPr vert="horz" lIns="91440" tIns="45720" rIns="91440" bIns="45720" rtlCol="0" anchor="t">
            <a:normAutofit/>
          </a:bodyPr>
          <a:lstStyle/>
          <a:p>
            <a:pPr marL="228600" indent="0" algn="just" rtl="0" eaLnBrk="1" latinLnBrk="0" hangingPunct="1">
              <a:lnSpc>
                <a:spcPct val="90000"/>
              </a:lnSpc>
              <a:spcBef>
                <a:spcPts val="1000"/>
              </a:spcBef>
              <a:buNone/>
            </a:pPr>
            <a:r>
              <a:rPr lang="en-US" sz="1400">
                <a:solidFill>
                  <a:srgbClr val="000000"/>
                </a:solidFill>
                <a:effectLst/>
                <a:latin typeface="Arial" panose="020B0604020202020204" pitchFamily="34" charset="0"/>
              </a:rPr>
              <a:t>At ATCI, the Learning and Talent Transformation (L&amp;TT) team is dedicated to continuously improving learning engagement initiatives for ATCI employees. A significant challenge identified is the absence of a centralized and customizable platform for administering practice quizzes.</a:t>
            </a:r>
          </a:p>
          <a:p>
            <a:pPr marL="228600" indent="0" algn="l" rtl="0" eaLnBrk="1" latinLnBrk="0" hangingPunct="1">
              <a:lnSpc>
                <a:spcPct val="90000"/>
              </a:lnSpc>
              <a:spcBef>
                <a:spcPts val="1000"/>
              </a:spcBef>
              <a:buNone/>
            </a:pPr>
            <a:r>
              <a:rPr lang="en-US" sz="1400">
                <a:solidFill>
                  <a:srgbClr val="000000"/>
                </a:solidFill>
                <a:effectLst/>
                <a:latin typeface="Arial" panose="020B0604020202020204" pitchFamily="34" charset="0"/>
              </a:rPr>
              <a:t>Presently, subject matter experts (SMEs) must rely on external tools, which:</a:t>
            </a:r>
          </a:p>
          <a:p>
            <a:pPr marL="512064" indent="-283464" algn="l" rtl="0" eaLnBrk="1" latinLnBrk="0" hangingPunct="1">
              <a:lnSpc>
                <a:spcPct val="90000"/>
              </a:lnSpc>
              <a:spcBef>
                <a:spcPts val="1000"/>
              </a:spcBef>
              <a:buFont typeface="Arial" panose="020B0604020202020204" pitchFamily="34" charset="0"/>
              <a:buChar char="•"/>
            </a:pPr>
            <a:r>
              <a:rPr lang="en-US" sz="1400">
                <a:solidFill>
                  <a:srgbClr val="000000"/>
                </a:solidFill>
                <a:effectLst/>
                <a:latin typeface="Arial" panose="020B0604020202020204" pitchFamily="34" charset="0"/>
              </a:rPr>
              <a:t>Restrict the ability to customize and manage content,</a:t>
            </a:r>
          </a:p>
          <a:p>
            <a:pPr marL="512064" indent="-283464" algn="l" rtl="0" eaLnBrk="1" latinLnBrk="0" hangingPunct="1">
              <a:lnSpc>
                <a:spcPct val="90000"/>
              </a:lnSpc>
              <a:spcBef>
                <a:spcPts val="1000"/>
              </a:spcBef>
              <a:buFont typeface="Arial" panose="020B0604020202020204" pitchFamily="34" charset="0"/>
              <a:buChar char="•"/>
            </a:pPr>
            <a:r>
              <a:rPr lang="en-US" sz="1400">
                <a:solidFill>
                  <a:srgbClr val="000000"/>
                </a:solidFill>
                <a:effectLst/>
                <a:latin typeface="Arial" panose="020B0604020202020204" pitchFamily="34" charset="0"/>
              </a:rPr>
              <a:t>Lack seamless integration with internal processes.</a:t>
            </a:r>
          </a:p>
          <a:p>
            <a:pPr marL="228600" indent="0" algn="l" rtl="0" eaLnBrk="1" latinLnBrk="0" hangingPunct="1">
              <a:lnSpc>
                <a:spcPct val="90000"/>
              </a:lnSpc>
              <a:spcBef>
                <a:spcPts val="1000"/>
              </a:spcBef>
              <a:buNone/>
            </a:pPr>
            <a:r>
              <a:rPr lang="en-US" sz="1400">
                <a:solidFill>
                  <a:srgbClr val="000000"/>
                </a:solidFill>
                <a:effectLst/>
                <a:latin typeface="Arial" panose="020B0604020202020204" pitchFamily="34" charset="0"/>
              </a:rPr>
              <a:t>This situation results in fragmented learning experiences and diminished transparency regarding participant performance.</a:t>
            </a:r>
          </a:p>
          <a:p>
            <a:pPr marL="228600" indent="0" algn="l" rtl="0" eaLnBrk="1" latinLnBrk="0" hangingPunct="1">
              <a:lnSpc>
                <a:spcPct val="90000"/>
              </a:lnSpc>
              <a:spcBef>
                <a:spcPts val="1000"/>
              </a:spcBef>
              <a:buNone/>
            </a:pPr>
            <a:r>
              <a:rPr lang="en-US" sz="1400" b="1">
                <a:solidFill>
                  <a:srgbClr val="000000"/>
                </a:solidFill>
                <a:effectLst/>
                <a:latin typeface="Arial" panose="020B0604020202020204" pitchFamily="34" charset="0"/>
              </a:rPr>
              <a:t>Current Process:</a:t>
            </a:r>
            <a:endParaRPr lang="en-US" sz="1400">
              <a:solidFill>
                <a:srgbClr val="000000"/>
              </a:solidFill>
              <a:effectLst/>
              <a:latin typeface="Arial" panose="020B0604020202020204" pitchFamily="34" charset="0"/>
            </a:endParaRPr>
          </a:p>
          <a:p>
            <a:pPr marL="512064" indent="-283464" algn="l" rtl="0" eaLnBrk="1" latinLnBrk="0" hangingPunct="1">
              <a:lnSpc>
                <a:spcPct val="90000"/>
              </a:lnSpc>
              <a:spcBef>
                <a:spcPts val="1000"/>
              </a:spcBef>
              <a:buFont typeface="Arial" panose="020B0604020202020204" pitchFamily="34" charset="0"/>
              <a:buChar char="•"/>
            </a:pPr>
            <a:r>
              <a:rPr lang="en-US" sz="1400">
                <a:solidFill>
                  <a:srgbClr val="000000"/>
                </a:solidFill>
                <a:effectLst/>
                <a:latin typeface="Arial" panose="020B0604020202020204" pitchFamily="34" charset="0"/>
              </a:rPr>
              <a:t>SMEs utilize third-party platforms to develop and administer quizzes.</a:t>
            </a:r>
          </a:p>
          <a:p>
            <a:pPr marL="512064" indent="-283464" algn="l" rtl="0" eaLnBrk="1" latinLnBrk="0" hangingPunct="1">
              <a:lnSpc>
                <a:spcPct val="90000"/>
              </a:lnSpc>
              <a:spcBef>
                <a:spcPts val="1000"/>
              </a:spcBef>
              <a:buFont typeface="Arial" panose="020B0604020202020204" pitchFamily="34" charset="0"/>
              <a:buChar char="•"/>
            </a:pPr>
            <a:r>
              <a:rPr lang="en-US" sz="1400">
                <a:solidFill>
                  <a:srgbClr val="000000"/>
                </a:solidFill>
                <a:effectLst/>
                <a:latin typeface="Arial" panose="020B0604020202020204" pitchFamily="34" charset="0"/>
              </a:rPr>
              <a:t>Participants access these quizzes through external links and tools.</a:t>
            </a:r>
          </a:p>
          <a:p>
            <a:pPr marL="512064" indent="-283464" algn="l" rtl="0" eaLnBrk="1" latinLnBrk="0" hangingPunct="1">
              <a:lnSpc>
                <a:spcPct val="90000"/>
              </a:lnSpc>
              <a:spcBef>
                <a:spcPts val="1000"/>
              </a:spcBef>
              <a:buFont typeface="Arial" panose="020B0604020202020204" pitchFamily="34" charset="0"/>
              <a:buChar char="•"/>
            </a:pPr>
            <a:r>
              <a:rPr lang="en-US" sz="1400">
                <a:solidFill>
                  <a:srgbClr val="000000"/>
                </a:solidFill>
                <a:effectLst/>
                <a:latin typeface="Arial" panose="020B0604020202020204" pitchFamily="34" charset="0"/>
              </a:rPr>
              <a:t>There is limited control over data management, quiz customization, and reporting capabilities.</a:t>
            </a:r>
          </a:p>
          <a:p>
            <a:pPr marL="512064" indent="-283464" algn="l" rtl="0" eaLnBrk="1" latinLnBrk="0" hangingPunct="1">
              <a:lnSpc>
                <a:spcPct val="90000"/>
              </a:lnSpc>
              <a:spcBef>
                <a:spcPts val="1000"/>
              </a:spcBef>
              <a:buFont typeface="Arial" panose="020B0604020202020204" pitchFamily="34" charset="0"/>
              <a:buChar char="•"/>
            </a:pPr>
            <a:r>
              <a:rPr lang="en-US" sz="1400">
                <a:solidFill>
                  <a:srgbClr val="000000"/>
                </a:solidFill>
                <a:effectLst/>
                <a:latin typeface="Arial" panose="020B0604020202020204" pitchFamily="34" charset="0"/>
              </a:rPr>
              <a:t>No unified leaderboard or session-based performance tracking is available.</a:t>
            </a:r>
          </a:p>
          <a:p>
            <a:pPr marL="512064" indent="-283464" algn="l" rtl="0" eaLnBrk="1" latinLnBrk="0" hangingPunct="1">
              <a:lnSpc>
                <a:spcPct val="90000"/>
              </a:lnSpc>
              <a:spcBef>
                <a:spcPts val="1000"/>
              </a:spcBef>
              <a:buFont typeface="Arial" panose="020B0604020202020204" pitchFamily="34" charset="0"/>
              <a:buChar char="•"/>
            </a:pPr>
            <a:r>
              <a:rPr lang="en-US" sz="1400">
                <a:solidFill>
                  <a:srgbClr val="000000"/>
                </a:solidFill>
                <a:effectLst/>
                <a:latin typeface="Arial" panose="020B0604020202020204" pitchFamily="34" charset="0"/>
              </a:rPr>
              <a:t>The free versions of these tools offer limited features and analytics.</a:t>
            </a:r>
            <a:endParaRPr lang="en-US" sz="1400"/>
          </a:p>
        </p:txBody>
      </p:sp>
    </p:spTree>
    <p:extLst>
      <p:ext uri="{BB962C8B-B14F-4D97-AF65-F5344CB8AC3E}">
        <p14:creationId xmlns:p14="http://schemas.microsoft.com/office/powerpoint/2010/main" val="230003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CBA9B6-26A1-A00B-1E62-DE49087D05C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8D004-2720-E7D6-6372-DF123202DA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5D3356-E744-B7EA-2002-C035A0A0C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DB12E01-95FC-2086-5BEF-83DACB7A2C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73031D-A060-D1C9-63AB-8AE7AE649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42F2274-74BB-ECC8-1D09-668208355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4DAF08-E851-1171-A10A-81E9C0BC8D83}"/>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Problem Statement </a:t>
            </a:r>
          </a:p>
        </p:txBody>
      </p:sp>
      <p:sp>
        <p:nvSpPr>
          <p:cNvPr id="6" name="Slide Number Placeholder 5">
            <a:extLst>
              <a:ext uri="{FF2B5EF4-FFF2-40B4-BE49-F238E27FC236}">
                <a16:creationId xmlns:a16="http://schemas.microsoft.com/office/drawing/2014/main" id="{EB5863F2-9949-733A-7E12-7AC62341DFC3}"/>
              </a:ext>
            </a:extLst>
          </p:cNvPr>
          <p:cNvSpPr>
            <a:spLocks noGrp="1"/>
          </p:cNvSpPr>
          <p:nvPr>
            <p:ph type="sldNum" sz="quarter" idx="12"/>
          </p:nvPr>
        </p:nvSpPr>
        <p:spPr>
          <a:xfrm>
            <a:off x="11704320" y="6455431"/>
            <a:ext cx="445913" cy="365125"/>
          </a:xfrm>
        </p:spPr>
        <p:txBody>
          <a:bodyPr>
            <a:normAutofit/>
          </a:bodyPr>
          <a:lstStyle/>
          <a:p>
            <a:pPr>
              <a:spcAft>
                <a:spcPts val="600"/>
              </a:spcAft>
            </a:pPr>
            <a:fld id="{1F90F471-3972-4120-B8B3-0237DE626C35}" type="slidenum">
              <a:rPr lang="en-US" sz="1100">
                <a:solidFill>
                  <a:schemeClr val="tx1">
                    <a:lumMod val="50000"/>
                    <a:lumOff val="50000"/>
                  </a:schemeClr>
                </a:solidFill>
              </a:rPr>
              <a:pPr>
                <a:spcAft>
                  <a:spcPts val="600"/>
                </a:spcAft>
              </a:pPr>
              <a:t>4</a:t>
            </a:fld>
            <a:endParaRPr lang="en-US" sz="1100">
              <a:solidFill>
                <a:schemeClr val="tx1">
                  <a:lumMod val="50000"/>
                  <a:lumOff val="50000"/>
                </a:schemeClr>
              </a:solidFill>
            </a:endParaRPr>
          </a:p>
        </p:txBody>
      </p:sp>
      <p:sp>
        <p:nvSpPr>
          <p:cNvPr id="9" name="Content Placeholder 8">
            <a:extLst>
              <a:ext uri="{FF2B5EF4-FFF2-40B4-BE49-F238E27FC236}">
                <a16:creationId xmlns:a16="http://schemas.microsoft.com/office/drawing/2014/main" id="{09EDD1F7-8CF2-6CBD-8100-ED4E468D81AA}"/>
              </a:ext>
            </a:extLst>
          </p:cNvPr>
          <p:cNvSpPr>
            <a:spLocks noGrp="1"/>
          </p:cNvSpPr>
          <p:nvPr>
            <p:ph idx="1"/>
          </p:nvPr>
        </p:nvSpPr>
        <p:spPr>
          <a:xfrm>
            <a:off x="838200" y="1825625"/>
            <a:ext cx="9745133" cy="4629806"/>
          </a:xfrm>
        </p:spPr>
        <p:txBody>
          <a:bodyPr vert="horz" lIns="91440" tIns="45720" rIns="91440" bIns="45720" rtlCol="0" anchor="t">
            <a:noAutofit/>
          </a:bodyPr>
          <a:lstStyle/>
          <a:p>
            <a:pPr marL="0" indent="0" algn="l" rtl="0" eaLnBrk="1" latinLnBrk="0" hangingPunct="1">
              <a:lnSpc>
                <a:spcPct val="90000"/>
              </a:lnSpc>
              <a:spcBef>
                <a:spcPts val="1000"/>
              </a:spcBef>
              <a:buNone/>
            </a:pPr>
            <a:r>
              <a:rPr lang="en-US" sz="1200" b="1">
                <a:solidFill>
                  <a:srgbClr val="000000"/>
                </a:solidFill>
                <a:effectLst/>
                <a:latin typeface="Arial" panose="020B0604020202020204" pitchFamily="34" charset="0"/>
              </a:rPr>
              <a:t>For Level-1</a:t>
            </a:r>
            <a:r>
              <a:rPr lang="en-US" sz="1200">
                <a:solidFill>
                  <a:srgbClr val="000000"/>
                </a:solidFill>
                <a:effectLst/>
                <a:latin typeface="Arial" panose="020B0604020202020204" pitchFamily="34" charset="0"/>
              </a:rPr>
              <a:t>, the goal is to design and build a </a:t>
            </a:r>
            <a:r>
              <a:rPr lang="en-US" sz="1200" b="1">
                <a:solidFill>
                  <a:srgbClr val="000000"/>
                </a:solidFill>
                <a:effectLst/>
                <a:latin typeface="Arial" panose="020B0604020202020204" pitchFamily="34" charset="0"/>
              </a:rPr>
              <a:t>Smart Quiz AI Hub </a:t>
            </a:r>
            <a:r>
              <a:rPr lang="en-US" sz="1200">
                <a:solidFill>
                  <a:srgbClr val="000000"/>
                </a:solidFill>
                <a:effectLst/>
                <a:latin typeface="Arial" panose="020B0604020202020204" pitchFamily="34" charset="0"/>
              </a:rPr>
              <a:t>that simplifies the creation and management of a centralized quiz question repository.</a:t>
            </a:r>
          </a:p>
          <a:p>
            <a:pPr marL="0" indent="0">
              <a:buNone/>
            </a:pPr>
            <a:r>
              <a:rPr lang="en-US" sz="1200" b="1">
                <a:solidFill>
                  <a:srgbClr val="000000"/>
                </a:solidFill>
                <a:effectLst/>
                <a:latin typeface="Arial" panose="020B0604020202020204" pitchFamily="34" charset="0"/>
              </a:rPr>
              <a:t>SME Interface Requirements:</a:t>
            </a:r>
            <a:r>
              <a:rPr lang="en-US" sz="1200" b="1">
                <a:solidFill>
                  <a:srgbClr val="000000"/>
                </a:solidFill>
              </a:rPr>
              <a:t> </a:t>
            </a:r>
          </a:p>
          <a:p>
            <a:pPr marL="0" indent="0">
              <a:buNone/>
            </a:pPr>
            <a:r>
              <a:rPr lang="en-US" sz="1200">
                <a:solidFill>
                  <a:srgbClr val="000000"/>
                </a:solidFill>
              </a:rPr>
              <a:t>The solution should provide a dedicated SME Interface with the following capabilities:</a:t>
            </a:r>
            <a:endParaRPr lang="en-US" sz="1200">
              <a:solidFill>
                <a:srgbClr val="000000"/>
              </a:solidFill>
              <a:effectLst/>
              <a:latin typeface="Arial" panose="020B0604020202020204" pitchFamily="34" charset="0"/>
            </a:endParaRPr>
          </a:p>
          <a:p>
            <a:pPr marL="228600" indent="-228600" algn="l" rtl="0" eaLnBrk="1" latinLnBrk="0" hangingPunct="1">
              <a:lnSpc>
                <a:spcPct val="90000"/>
              </a:lnSpc>
              <a:spcBef>
                <a:spcPts val="1000"/>
              </a:spcBef>
              <a:buFont typeface="Arial" panose="020B0604020202020204" pitchFamily="34" charset="0"/>
              <a:buChar char="•"/>
            </a:pPr>
            <a:r>
              <a:rPr lang="en-US" sz="1200" b="1">
                <a:solidFill>
                  <a:srgbClr val="000000"/>
                </a:solidFill>
              </a:rPr>
              <a:t>MCQ Creation and Upload</a:t>
            </a:r>
            <a:r>
              <a:rPr lang="en-US" sz="1200">
                <a:solidFill>
                  <a:srgbClr val="000000"/>
                </a:solidFill>
              </a:rPr>
              <a:t>: SMEs should be able to create Multiple Choice Questions (MCQs) using an intuitive user interface or through bulk upload (e.g., spreadsheet-based upload).</a:t>
            </a:r>
          </a:p>
          <a:p>
            <a:pPr marL="228600" indent="-228600" algn="l" rtl="0" eaLnBrk="1" latinLnBrk="0" hangingPunct="1">
              <a:lnSpc>
                <a:spcPct val="90000"/>
              </a:lnSpc>
              <a:spcBef>
                <a:spcPts val="1000"/>
              </a:spcBef>
              <a:buFont typeface="Arial" panose="020B0604020202020204" pitchFamily="34" charset="0"/>
              <a:buChar char="•"/>
            </a:pPr>
            <a:r>
              <a:rPr lang="en-US" sz="1200" b="1">
                <a:solidFill>
                  <a:srgbClr val="000000"/>
                </a:solidFill>
              </a:rPr>
              <a:t>Question Visibility and Status Tracking</a:t>
            </a:r>
            <a:r>
              <a:rPr lang="en-US" sz="1200">
                <a:solidFill>
                  <a:srgbClr val="000000"/>
                </a:solidFill>
              </a:rPr>
              <a:t>: SMEs should have access to view all MCQs created by them along with their current lifecycle status (Draft, Ready for Review, Under Review, Approved and Rejected).</a:t>
            </a:r>
          </a:p>
          <a:p>
            <a:pPr marL="228600" indent="-228600" algn="l" rtl="0" eaLnBrk="1" latinLnBrk="0" hangingPunct="1">
              <a:lnSpc>
                <a:spcPct val="90000"/>
              </a:lnSpc>
              <a:spcBef>
                <a:spcPts val="1000"/>
              </a:spcBef>
              <a:buFont typeface="Arial" panose="020B0604020202020204" pitchFamily="34" charset="0"/>
              <a:buChar char="•"/>
            </a:pPr>
            <a:r>
              <a:rPr lang="en-US" sz="1200" b="1">
                <a:solidFill>
                  <a:srgbClr val="000000"/>
                </a:solidFill>
              </a:rPr>
              <a:t>MCQ Updates and Revisions</a:t>
            </a:r>
            <a:r>
              <a:rPr lang="en-US" sz="1200">
                <a:solidFill>
                  <a:srgbClr val="000000"/>
                </a:solidFill>
              </a:rPr>
              <a:t>: SMEs should be able to update and resubmit MCQs that have been reviewed and returned with comments from other reviewer SMEs.</a:t>
            </a:r>
          </a:p>
          <a:p>
            <a:r>
              <a:rPr lang="en-US" sz="1200" b="1">
                <a:solidFill>
                  <a:srgbClr val="000000"/>
                </a:solidFill>
              </a:rPr>
              <a:t>Review and Approval: </a:t>
            </a:r>
            <a:r>
              <a:rPr lang="en-US" sz="1200">
                <a:solidFill>
                  <a:srgbClr val="000000"/>
                </a:solidFill>
              </a:rPr>
              <a:t>SMEs should be able to review assigned MCQs and approve or reject them, with mandatory comments for rejection.</a:t>
            </a:r>
          </a:p>
          <a:p>
            <a:pPr marL="0" indent="0">
              <a:buNone/>
            </a:pPr>
            <a:endParaRPr lang="en-US" sz="1200" b="1">
              <a:solidFill>
                <a:srgbClr val="000000"/>
              </a:solidFill>
              <a:effectLst/>
              <a:latin typeface="Arial" panose="020B0604020202020204" pitchFamily="34" charset="0"/>
            </a:endParaRPr>
          </a:p>
          <a:p>
            <a:pPr marL="0" indent="0">
              <a:buNone/>
            </a:pPr>
            <a:r>
              <a:rPr lang="en-US" sz="1200" b="1">
                <a:solidFill>
                  <a:srgbClr val="000000"/>
                </a:solidFill>
                <a:effectLst/>
                <a:latin typeface="Arial" panose="020B0604020202020204" pitchFamily="34" charset="0"/>
              </a:rPr>
              <a:t>Dedicated Admin Interface:</a:t>
            </a:r>
          </a:p>
          <a:p>
            <a:pPr marL="0" indent="0">
              <a:buNone/>
            </a:pPr>
            <a:r>
              <a:rPr lang="en-US" sz="1200">
                <a:solidFill>
                  <a:srgbClr val="000000"/>
                </a:solidFill>
              </a:rPr>
              <a:t>The solution should provide a dedicated Admin Interface with the following capabilities:</a:t>
            </a:r>
            <a:endParaRPr lang="en-US" sz="1200">
              <a:solidFill>
                <a:srgbClr val="000000"/>
              </a:solidFill>
              <a:effectLst/>
              <a:latin typeface="Arial" panose="020B0604020202020204" pitchFamily="34" charset="0"/>
            </a:endParaRPr>
          </a:p>
          <a:p>
            <a:r>
              <a:rPr lang="en-US" sz="1200">
                <a:solidFill>
                  <a:srgbClr val="000000"/>
                </a:solidFill>
              </a:rPr>
              <a:t>All SME functionalities should also be available to Admins.</a:t>
            </a:r>
          </a:p>
          <a:p>
            <a:r>
              <a:rPr lang="en-US" sz="1200">
                <a:solidFill>
                  <a:srgbClr val="000000"/>
                </a:solidFill>
              </a:rPr>
              <a:t>As super‑users, Admins should be able to edit any MCQ in the question bank, regardless of its status or assigned SME.</a:t>
            </a:r>
          </a:p>
          <a:p>
            <a:r>
              <a:rPr lang="en-US" sz="1200">
                <a:solidFill>
                  <a:srgbClr val="000000"/>
                </a:solidFill>
              </a:rPr>
              <a:t>Admins should be able to assign MCQs to SMEs for review. </a:t>
            </a:r>
          </a:p>
        </p:txBody>
      </p:sp>
    </p:spTree>
    <p:extLst>
      <p:ext uri="{BB962C8B-B14F-4D97-AF65-F5344CB8AC3E}">
        <p14:creationId xmlns:p14="http://schemas.microsoft.com/office/powerpoint/2010/main" val="196160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E01CB5-710C-DB31-7535-318D17EFF1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44DE63-3A6F-0F67-EA48-69302EA92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A2788D1-912B-2EFD-D8C6-1D61BC95D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0D601D5-51A7-29FF-A921-D7B096228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49A3CBA-B550-F3F6-CFAA-CDD7B0841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70723D0-7A13-3E28-204E-22BCD3176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DE1885-8246-D6E6-708B-34D8E6F5BF8B}"/>
              </a:ext>
            </a:extLst>
          </p:cNvPr>
          <p:cNvSpPr>
            <a:spLocks noGrp="1"/>
          </p:cNvSpPr>
          <p:nvPr>
            <p:ph type="title"/>
          </p:nvPr>
        </p:nvSpPr>
        <p:spPr>
          <a:xfrm>
            <a:off x="1148022" y="351553"/>
            <a:ext cx="9895951" cy="1033669"/>
          </a:xfrm>
        </p:spPr>
        <p:txBody>
          <a:bodyPr vert="horz" lIns="91440" tIns="45720" rIns="91440" bIns="45720" rtlCol="0" anchor="ctr">
            <a:normAutofit/>
          </a:bodyPr>
          <a:lstStyle/>
          <a:p>
            <a:r>
              <a:rPr lang="en-US" sz="4000">
                <a:solidFill>
                  <a:srgbClr val="FFFFFF"/>
                </a:solidFill>
              </a:rPr>
              <a:t>Problem Statement </a:t>
            </a:r>
            <a:endParaRPr lang="en-US" sz="4000" kern="1200">
              <a:solidFill>
                <a:srgbClr val="FFFFFF"/>
              </a:solidFill>
              <a:latin typeface="+mj-lt"/>
              <a:ea typeface="+mj-ea"/>
              <a:cs typeface="+mj-cs"/>
            </a:endParaRPr>
          </a:p>
        </p:txBody>
      </p:sp>
      <p:sp>
        <p:nvSpPr>
          <p:cNvPr id="9" name="Content Placeholder 8">
            <a:extLst>
              <a:ext uri="{FF2B5EF4-FFF2-40B4-BE49-F238E27FC236}">
                <a16:creationId xmlns:a16="http://schemas.microsoft.com/office/drawing/2014/main" id="{BC4BF569-1310-56FA-49AD-E073FCBD9CF2}"/>
              </a:ext>
            </a:extLst>
          </p:cNvPr>
          <p:cNvSpPr>
            <a:spLocks noGrp="1"/>
          </p:cNvSpPr>
          <p:nvPr>
            <p:ph sz="quarter" idx="10"/>
          </p:nvPr>
        </p:nvSpPr>
        <p:spPr>
          <a:xfrm>
            <a:off x="459346" y="1996511"/>
            <a:ext cx="10081661" cy="4433889"/>
          </a:xfrm>
        </p:spPr>
        <p:txBody>
          <a:bodyPr vert="horz" lIns="91440" tIns="45720" rIns="91440" bIns="45720" rtlCol="0" anchor="t">
            <a:noAutofit/>
          </a:bodyPr>
          <a:lstStyle/>
          <a:p>
            <a:pPr marL="0">
              <a:lnSpc>
                <a:spcPct val="100000"/>
              </a:lnSpc>
              <a:spcBef>
                <a:spcPts val="0"/>
              </a:spcBef>
              <a:buNone/>
            </a:pPr>
            <a:r>
              <a:rPr lang="en-US" sz="1400">
                <a:latin typeface="Arial"/>
                <a:cs typeface="Arial"/>
              </a:rPr>
              <a:t>MCQs will progress through a defined set of states from creation to finalization. At any given point in time, an MCQ will be in exactly one of the following states:</a:t>
            </a:r>
          </a:p>
          <a:p>
            <a:pPr>
              <a:buNone/>
            </a:pPr>
            <a:endParaRPr lang="en-US" sz="1400">
              <a:latin typeface="Arial"/>
              <a:cs typeface="Arial"/>
            </a:endParaRPr>
          </a:p>
          <a:p>
            <a:r>
              <a:rPr lang="en-US" sz="1400" b="1">
                <a:latin typeface="Arial"/>
                <a:cs typeface="Arial"/>
              </a:rPr>
              <a:t>Draft</a:t>
            </a:r>
            <a:r>
              <a:rPr lang="en-US" sz="1400">
                <a:latin typeface="Arial"/>
                <a:cs typeface="Arial"/>
              </a:rPr>
              <a:t> - The MCQ has been created but is still a work in progress. In this state, it can ONLY be edited by the creator and is not yet ready for evaluation.</a:t>
            </a:r>
          </a:p>
          <a:p>
            <a:r>
              <a:rPr lang="en-US" sz="1400" b="1">
                <a:latin typeface="Arial"/>
                <a:cs typeface="Arial"/>
              </a:rPr>
              <a:t>Ready for Review </a:t>
            </a:r>
            <a:r>
              <a:rPr lang="en-US" sz="1400">
                <a:latin typeface="Arial"/>
                <a:cs typeface="Arial"/>
              </a:rPr>
              <a:t>- The MCQ is complete and has been marked as ready to be evaluation by the creator. At this stage, the Admin can assign the MCQ to an SME for review.</a:t>
            </a:r>
          </a:p>
          <a:p>
            <a:r>
              <a:rPr lang="en-US" sz="1400" b="1">
                <a:latin typeface="Arial"/>
                <a:cs typeface="Arial"/>
              </a:rPr>
              <a:t>Under Review </a:t>
            </a:r>
            <a:r>
              <a:rPr lang="en-US" sz="1400">
                <a:latin typeface="Arial"/>
                <a:cs typeface="Arial"/>
              </a:rPr>
              <a:t>- The MCQ is currently being evaluated by the assigned SME. Feedback comments may be provided, and updates may be required.</a:t>
            </a:r>
          </a:p>
          <a:p>
            <a:r>
              <a:rPr lang="en-US" sz="1400" b="1">
                <a:latin typeface="Arial"/>
                <a:cs typeface="Arial"/>
              </a:rPr>
              <a:t>Approved </a:t>
            </a:r>
            <a:r>
              <a:rPr lang="en-US" sz="1400">
                <a:latin typeface="Arial"/>
                <a:cs typeface="Arial"/>
              </a:rPr>
              <a:t>- The MCQ has met all quality and correctness criteria and has been approved by the assigned SME.</a:t>
            </a:r>
          </a:p>
          <a:p>
            <a:r>
              <a:rPr lang="en-US" sz="1400" b="1">
                <a:latin typeface="Arial"/>
                <a:cs typeface="Arial"/>
              </a:rPr>
              <a:t>Rejected </a:t>
            </a:r>
            <a:r>
              <a:rPr lang="en-US" sz="1400">
                <a:latin typeface="Arial"/>
                <a:cs typeface="Arial"/>
              </a:rPr>
              <a:t>- The MCQ does not meet the required standards and is rejected by the assigned SME. The creator will need to update the MCQ as per the received comments and resubmit it for review.</a:t>
            </a:r>
          </a:p>
          <a:p>
            <a:pPr>
              <a:buNone/>
            </a:pPr>
            <a:endParaRPr lang="en-US" sz="1400">
              <a:latin typeface="Arial"/>
              <a:cs typeface="Arial"/>
            </a:endParaRPr>
          </a:p>
          <a:p>
            <a:pPr marL="0">
              <a:lnSpc>
                <a:spcPct val="100000"/>
              </a:lnSpc>
              <a:spcBef>
                <a:spcPts val="0"/>
              </a:spcBef>
              <a:buNone/>
            </a:pPr>
            <a:r>
              <a:rPr lang="en-US" sz="1400">
                <a:latin typeface="Arial"/>
                <a:cs typeface="Arial"/>
              </a:rPr>
              <a:t>Note: MCQs may go through multiple review cycles before reaching the “Approved” state. As super-users, Admins can edit MCQs at any stage of the lifecycle(except for Draft state, where the MCQ is accessible only to the creator).</a:t>
            </a:r>
          </a:p>
        </p:txBody>
      </p:sp>
      <p:sp>
        <p:nvSpPr>
          <p:cNvPr id="4" name="TextBox 3">
            <a:extLst>
              <a:ext uri="{FF2B5EF4-FFF2-40B4-BE49-F238E27FC236}">
                <a16:creationId xmlns:a16="http://schemas.microsoft.com/office/drawing/2014/main" id="{1046CBB9-C1A0-6CEC-4396-1F43C2C2C199}"/>
              </a:ext>
            </a:extLst>
          </p:cNvPr>
          <p:cNvSpPr txBox="1"/>
          <p:nvPr/>
        </p:nvSpPr>
        <p:spPr>
          <a:xfrm>
            <a:off x="459346" y="1584762"/>
            <a:ext cx="2071838" cy="369332"/>
          </a:xfrm>
          <a:prstGeom prst="rect">
            <a:avLst/>
          </a:prstGeom>
          <a:noFill/>
        </p:spPr>
        <p:txBody>
          <a:bodyPr wrap="square">
            <a:spAutoFit/>
          </a:bodyPr>
          <a:lstStyle/>
          <a:p>
            <a:r>
              <a:rPr lang="en-US" sz="1800" b="1">
                <a:latin typeface="Arial"/>
                <a:cs typeface="Arial"/>
              </a:rPr>
              <a:t>MCQ Lifecycle</a:t>
            </a:r>
            <a:endParaRPr lang="en-US" b="1"/>
          </a:p>
        </p:txBody>
      </p:sp>
    </p:spTree>
    <p:extLst>
      <p:ext uri="{BB962C8B-B14F-4D97-AF65-F5344CB8AC3E}">
        <p14:creationId xmlns:p14="http://schemas.microsoft.com/office/powerpoint/2010/main" val="992473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AFE936-64F5-8986-1484-D428F162489D}"/>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a:solidFill>
                  <a:srgbClr val="FFFFFF"/>
                </a:solidFill>
                <a:latin typeface="+mj-lt"/>
                <a:ea typeface="+mj-ea"/>
                <a:cs typeface="+mj-cs"/>
              </a:rPr>
              <a:t>Technology Stack</a:t>
            </a:r>
          </a:p>
        </p:txBody>
      </p:sp>
      <p:sp>
        <p:nvSpPr>
          <p:cNvPr id="4" name="Text Placeholder 3">
            <a:extLst>
              <a:ext uri="{FF2B5EF4-FFF2-40B4-BE49-F238E27FC236}">
                <a16:creationId xmlns:a16="http://schemas.microsoft.com/office/drawing/2014/main" id="{81FCC5B5-B273-DC15-9083-DE8B76E59C50}"/>
              </a:ext>
            </a:extLst>
          </p:cNvPr>
          <p:cNvSpPr>
            <a:spLocks noGrp="1"/>
          </p:cNvSpPr>
          <p:nvPr>
            <p:ph type="body" sz="quarter" idx="11"/>
          </p:nvPr>
        </p:nvSpPr>
        <p:spPr>
          <a:xfrm>
            <a:off x="1233982" y="1802103"/>
            <a:ext cx="10470338" cy="4639194"/>
          </a:xfrm>
        </p:spPr>
        <p:txBody>
          <a:bodyPr vert="horz" lIns="91440" tIns="45720" rIns="91440" bIns="45720" rtlCol="0" anchor="ctr">
            <a:noAutofit/>
          </a:bodyPr>
          <a:lstStyle/>
          <a:p>
            <a:pPr>
              <a:spcAft>
                <a:spcPts val="600"/>
              </a:spcAft>
            </a:pPr>
            <a:r>
              <a:rPr lang="en-US" sz="1400">
                <a:solidFill>
                  <a:schemeClr val="tx1"/>
                </a:solidFill>
                <a:latin typeface="Arial"/>
                <a:cs typeface="Arial"/>
              </a:rPr>
              <a:t>The application should utilize the following technologies:</a:t>
            </a:r>
          </a:p>
          <a:p>
            <a:pPr>
              <a:spcAft>
                <a:spcPts val="600"/>
              </a:spcAft>
            </a:pPr>
            <a:r>
              <a:rPr lang="en-US" sz="1400" b="1" u="sng">
                <a:solidFill>
                  <a:schemeClr val="tx1"/>
                </a:solidFill>
              </a:rPr>
              <a:t>Backend:</a:t>
            </a:r>
            <a:endParaRPr lang="en-US" sz="1400">
              <a:solidFill>
                <a:schemeClr val="tx1"/>
              </a:solidFill>
            </a:endParaRPr>
          </a:p>
          <a:p>
            <a:pPr marL="342900" indent="-228600">
              <a:spcAft>
                <a:spcPts val="600"/>
              </a:spcAft>
              <a:buFont typeface="Arial" panose="020B0604020202020204" pitchFamily="34" charset="0"/>
              <a:buChar char="•"/>
            </a:pPr>
            <a:r>
              <a:rPr lang="en-US" sz="1400" b="1">
                <a:solidFill>
                  <a:schemeClr val="tx1"/>
                </a:solidFill>
              </a:rPr>
              <a:t>Java (Preferred: Open JDK):</a:t>
            </a:r>
            <a:r>
              <a:rPr lang="en-US" sz="1400">
                <a:solidFill>
                  <a:schemeClr val="tx1"/>
                </a:solidFill>
              </a:rPr>
              <a:t> JDK 8 and above.</a:t>
            </a:r>
          </a:p>
          <a:p>
            <a:pPr marL="342900" indent="-228600">
              <a:spcAft>
                <a:spcPts val="600"/>
              </a:spcAft>
              <a:buFont typeface="Arial" panose="020B0604020202020204" pitchFamily="34" charset="0"/>
              <a:buChar char="•"/>
            </a:pPr>
            <a:r>
              <a:rPr lang="en-US" sz="1400" b="1">
                <a:solidFill>
                  <a:schemeClr val="tx1"/>
                </a:solidFill>
                <a:latin typeface="Arial"/>
                <a:cs typeface="Arial"/>
              </a:rPr>
              <a:t>Spring Framework:</a:t>
            </a:r>
            <a:r>
              <a:rPr lang="en-US" sz="1400">
                <a:solidFill>
                  <a:schemeClr val="tx1"/>
                </a:solidFill>
                <a:latin typeface="Arial"/>
                <a:cs typeface="Arial"/>
              </a:rPr>
              <a:t> Any LTS Spring version and Spring modules can be used.</a:t>
            </a:r>
            <a:endParaRPr lang="en-US" sz="1400">
              <a:solidFill>
                <a:schemeClr val="tx1"/>
              </a:solidFill>
            </a:endParaRPr>
          </a:p>
          <a:p>
            <a:pPr marL="342900" indent="-228600">
              <a:spcAft>
                <a:spcPts val="600"/>
              </a:spcAft>
              <a:buFont typeface="Arial" panose="020B0604020202020204" pitchFamily="34" charset="0"/>
              <a:buChar char="•"/>
            </a:pPr>
            <a:r>
              <a:rPr lang="en-US" sz="1400" b="1">
                <a:solidFill>
                  <a:schemeClr val="tx1"/>
                </a:solidFill>
                <a:latin typeface="Arial"/>
                <a:cs typeface="Arial"/>
              </a:rPr>
              <a:t>Database:</a:t>
            </a:r>
            <a:r>
              <a:rPr lang="en-US" sz="1400">
                <a:solidFill>
                  <a:schemeClr val="tx1"/>
                </a:solidFill>
                <a:latin typeface="Arial"/>
                <a:cs typeface="Arial"/>
              </a:rPr>
              <a:t> Either SQL or NoSQL database can be used. Use PostgreSQL or MySQL for SQL databases, or MongoDB/Cassandra for NoSQL databases.</a:t>
            </a:r>
          </a:p>
          <a:p>
            <a:pPr marL="342900" indent="-228600">
              <a:spcAft>
                <a:spcPts val="600"/>
              </a:spcAft>
              <a:buFont typeface="Arial" panose="020B0604020202020204" pitchFamily="34" charset="0"/>
              <a:buChar char="•"/>
            </a:pPr>
            <a:r>
              <a:rPr lang="en-US" sz="1400" b="1">
                <a:solidFill>
                  <a:schemeClr val="tx1"/>
                </a:solidFill>
              </a:rPr>
              <a:t>AI Integration: </a:t>
            </a:r>
            <a:r>
              <a:rPr lang="en-US" sz="1400">
                <a:solidFill>
                  <a:schemeClr val="tx1"/>
                </a:solidFill>
              </a:rPr>
              <a:t>Use Spring AI for question generation and similarity detection.</a:t>
            </a:r>
          </a:p>
          <a:p>
            <a:pPr>
              <a:spcAft>
                <a:spcPts val="600"/>
              </a:spcAft>
            </a:pPr>
            <a:r>
              <a:rPr lang="en-US" sz="1400" b="1" u="sng">
                <a:solidFill>
                  <a:schemeClr val="tx1"/>
                </a:solidFill>
              </a:rPr>
              <a:t>Frontend:</a:t>
            </a:r>
            <a:endParaRPr lang="en-US" sz="1400">
              <a:solidFill>
                <a:schemeClr val="tx1"/>
              </a:solidFill>
            </a:endParaRPr>
          </a:p>
          <a:p>
            <a:pPr marL="342900" indent="-228600">
              <a:spcAft>
                <a:spcPts val="600"/>
              </a:spcAft>
              <a:buFont typeface="Arial" panose="020B0604020202020204" pitchFamily="34" charset="0"/>
              <a:buChar char="•"/>
            </a:pPr>
            <a:r>
              <a:rPr lang="en-US" sz="1400" b="1">
                <a:solidFill>
                  <a:schemeClr val="tx1"/>
                </a:solidFill>
                <a:latin typeface="Arial"/>
                <a:cs typeface="Arial"/>
              </a:rPr>
              <a:t>ReactJS or AngularJS: </a:t>
            </a:r>
            <a:r>
              <a:rPr lang="en-US" sz="1400">
                <a:solidFill>
                  <a:schemeClr val="tx1"/>
                </a:solidFill>
                <a:latin typeface="Arial"/>
                <a:cs typeface="Arial"/>
              </a:rPr>
              <a:t>These frameworks offer dynamic and responsive user interfaces, facilitating smooth interaction with the application. </a:t>
            </a:r>
          </a:p>
          <a:p>
            <a:pPr marL="114300">
              <a:spcAft>
                <a:spcPts val="600"/>
              </a:spcAft>
            </a:pPr>
            <a:endParaRPr lang="en-US" sz="1400">
              <a:solidFill>
                <a:schemeClr val="tx1"/>
              </a:solidFill>
            </a:endParaRPr>
          </a:p>
          <a:p>
            <a:pPr>
              <a:spcBef>
                <a:spcPts val="0"/>
              </a:spcBef>
            </a:pPr>
            <a:r>
              <a:rPr lang="en-US" sz="1400">
                <a:solidFill>
                  <a:schemeClr val="tx1"/>
                </a:solidFill>
              </a:rPr>
              <a:t>[ Please refer to the </a:t>
            </a:r>
            <a:r>
              <a:rPr lang="en-US" sz="1400" b="1">
                <a:solidFill>
                  <a:schemeClr val="tx1"/>
                </a:solidFill>
              </a:rPr>
              <a:t>Installation Guide</a:t>
            </a:r>
            <a:r>
              <a:rPr lang="en-US" sz="1400">
                <a:solidFill>
                  <a:schemeClr val="tx1"/>
                </a:solidFill>
              </a:rPr>
              <a:t> available in the Reference Documents section of the Hackathon site ]</a:t>
            </a:r>
          </a:p>
          <a:p>
            <a:pPr>
              <a:spcBef>
                <a:spcPts val="0"/>
              </a:spcBef>
            </a:pPr>
            <a:endParaRPr lang="en-US" sz="1200">
              <a:solidFill>
                <a:schemeClr val="tx2">
                  <a:lumMod val="75000"/>
                  <a:lumOff val="25000"/>
                </a:schemeClr>
              </a:solidFill>
            </a:endParaRPr>
          </a:p>
          <a:p>
            <a:pPr>
              <a:spcBef>
                <a:spcPts val="0"/>
              </a:spcBef>
            </a:pPr>
            <a:r>
              <a:rPr lang="en-US" sz="1200" b="1">
                <a:solidFill>
                  <a:schemeClr val="tx2">
                    <a:lumMod val="75000"/>
                    <a:lumOff val="25000"/>
                  </a:schemeClr>
                </a:solidFill>
              </a:rPr>
              <a:t>Note: </a:t>
            </a:r>
          </a:p>
          <a:p>
            <a:pPr>
              <a:spcBef>
                <a:spcPts val="0"/>
              </a:spcBef>
            </a:pPr>
            <a:r>
              <a:rPr lang="en-US" sz="1200" b="1">
                <a:solidFill>
                  <a:schemeClr val="tx2">
                    <a:lumMod val="75000"/>
                    <a:lumOff val="25000"/>
                  </a:schemeClr>
                </a:solidFill>
                <a:latin typeface="Arial"/>
                <a:cs typeface="Arial"/>
              </a:rPr>
              <a:t>Participants can use any additional libraries/frameworks apart from the above to fulfil the requirements. </a:t>
            </a:r>
          </a:p>
          <a:p>
            <a:pPr>
              <a:spcBef>
                <a:spcPts val="0"/>
              </a:spcBef>
            </a:pPr>
            <a:r>
              <a:rPr lang="en-US" sz="1200" b="1">
                <a:solidFill>
                  <a:schemeClr val="tx2">
                    <a:lumMod val="75000"/>
                    <a:lumOff val="25000"/>
                  </a:schemeClr>
                </a:solidFill>
              </a:rPr>
              <a:t>It is strongly recommended to use open-source, non-licensed software/frameworks for the Hackathon.</a:t>
            </a:r>
          </a:p>
        </p:txBody>
      </p:sp>
      <p:sp>
        <p:nvSpPr>
          <p:cNvPr id="6" name="Slide Number Placeholder 5">
            <a:extLst>
              <a:ext uri="{FF2B5EF4-FFF2-40B4-BE49-F238E27FC236}">
                <a16:creationId xmlns:a16="http://schemas.microsoft.com/office/drawing/2014/main" id="{9CA26DC5-D505-F1A3-81E8-C454064A4499}"/>
              </a:ext>
            </a:extLst>
          </p:cNvPr>
          <p:cNvSpPr>
            <a:spLocks noGrp="1"/>
          </p:cNvSpPr>
          <p:nvPr>
            <p:ph type="sldNum" sz="quarter" idx="12"/>
          </p:nvPr>
        </p:nvSpPr>
        <p:spPr>
          <a:xfrm>
            <a:off x="11704320" y="6455431"/>
            <a:ext cx="445913" cy="365125"/>
          </a:xfrm>
        </p:spPr>
        <p:txBody>
          <a:bodyPr vert="horz" lIns="91440" tIns="45720" rIns="91440" bIns="45720" rtlCol="0" anchor="ctr">
            <a:normAutofit/>
          </a:bodyPr>
          <a:lstStyle/>
          <a:p>
            <a:pPr>
              <a:spcAft>
                <a:spcPts val="600"/>
              </a:spcAft>
            </a:pPr>
            <a:fld id="{1F90F471-3972-4120-B8B3-0237DE626C35}" type="slidenum">
              <a:rPr lang="en-US" sz="1100" smtClean="0">
                <a:solidFill>
                  <a:schemeClr val="tx1">
                    <a:lumMod val="50000"/>
                    <a:lumOff val="50000"/>
                  </a:schemeClr>
                </a:solidFill>
              </a:rPr>
              <a:pPr>
                <a:spcAft>
                  <a:spcPts val="600"/>
                </a:spcAft>
              </a:pPr>
              <a:t>6</a:t>
            </a:fld>
            <a:endParaRPr lang="en-US" sz="1100">
              <a:solidFill>
                <a:schemeClr val="tx1">
                  <a:lumMod val="50000"/>
                  <a:lumOff val="50000"/>
                </a:schemeClr>
              </a:solidFill>
            </a:endParaRPr>
          </a:p>
        </p:txBody>
      </p:sp>
    </p:spTree>
    <p:extLst>
      <p:ext uri="{BB962C8B-B14F-4D97-AF65-F5344CB8AC3E}">
        <p14:creationId xmlns:p14="http://schemas.microsoft.com/office/powerpoint/2010/main" val="3359092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2386B9-6719-604B-E087-13365B324263}"/>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C08D4F6-D764-5EF7-D222-12DB145E2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E957F7B4-576B-FEED-A08A-229024371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41180CB6-9410-8A29-30A0-8162D1FD9E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Rectangle 25" hidden="1">
            <a:extLst>
              <a:ext uri="{FF2B5EF4-FFF2-40B4-BE49-F238E27FC236}">
                <a16:creationId xmlns:a16="http://schemas.microsoft.com/office/drawing/2014/main" id="{2716B140-1266-1368-71A6-65E7552B8C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5400000">
            <a:off x="5307777" y="0"/>
            <a:ext cx="886750" cy="6858000"/>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1D574C9-602A-4164-8CB6-099F94C7DFB1}"/>
              </a:ext>
            </a:extLst>
          </p:cNvPr>
          <p:cNvSpPr>
            <a:spLocks noGrp="1"/>
          </p:cNvSpPr>
          <p:nvPr>
            <p:ph type="title"/>
          </p:nvPr>
        </p:nvSpPr>
        <p:spPr>
          <a:xfrm>
            <a:off x="262464" y="349112"/>
            <a:ext cx="10044023" cy="877729"/>
          </a:xfrm>
        </p:spPr>
        <p:txBody>
          <a:bodyPr anchor="ctr">
            <a:normAutofit fontScale="90000"/>
          </a:bodyPr>
          <a:lstStyle/>
          <a:p>
            <a:r>
              <a:rPr lang="en-US" sz="4000">
                <a:solidFill>
                  <a:srgbClr val="FFFFFF"/>
                </a:solidFill>
              </a:rPr>
              <a:t>Role: SME</a:t>
            </a:r>
            <a:br>
              <a:rPr lang="en-US" sz="4000">
                <a:solidFill>
                  <a:srgbClr val="FFFFFF"/>
                </a:solidFill>
              </a:rPr>
            </a:br>
            <a:r>
              <a:rPr lang="en-US" sz="4000">
                <a:solidFill>
                  <a:srgbClr val="FFFFFF"/>
                </a:solidFill>
              </a:rPr>
              <a:t>Functionality: Update Question</a:t>
            </a:r>
          </a:p>
        </p:txBody>
      </p:sp>
      <p:sp>
        <p:nvSpPr>
          <p:cNvPr id="16" name="TextBox 15">
            <a:extLst>
              <a:ext uri="{FF2B5EF4-FFF2-40B4-BE49-F238E27FC236}">
                <a16:creationId xmlns:a16="http://schemas.microsoft.com/office/drawing/2014/main" id="{5C3A3B04-A4F0-D285-D5BB-0D9C8A54221E}"/>
              </a:ext>
            </a:extLst>
          </p:cNvPr>
          <p:cNvSpPr txBox="1"/>
          <p:nvPr/>
        </p:nvSpPr>
        <p:spPr>
          <a:xfrm>
            <a:off x="98494" y="1610718"/>
            <a:ext cx="596566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panose="020B0604020202020204" pitchFamily="34" charset="0"/>
              <a:buChar char="•"/>
              <a:defRPr/>
            </a:pPr>
            <a:r>
              <a:rPr lang="en-US" sz="1200">
                <a:solidFill>
                  <a:srgbClr val="000000"/>
                </a:solidFill>
                <a:effectLst/>
                <a:latin typeface="Arial" panose="020B0604020202020204" pitchFamily="34" charset="0"/>
              </a:rPr>
              <a:t>Upon successful SME login, clicking the “</a:t>
            </a:r>
            <a:r>
              <a:rPr lang="en-US" sz="1200" b="1">
                <a:solidFill>
                  <a:srgbClr val="000000"/>
                </a:solidFill>
                <a:effectLst/>
                <a:latin typeface="Arial" panose="020B0604020202020204" pitchFamily="34" charset="0"/>
              </a:rPr>
              <a:t>My Questions” </a:t>
            </a:r>
            <a:r>
              <a:rPr lang="en-US" sz="1200">
                <a:solidFill>
                  <a:srgbClr val="000000"/>
                </a:solidFill>
                <a:latin typeface="Arial" panose="020B0604020202020204" pitchFamily="34" charset="0"/>
              </a:rPr>
              <a:t>t</a:t>
            </a:r>
            <a:r>
              <a:rPr lang="en-US" sz="1200">
                <a:solidFill>
                  <a:srgbClr val="000000"/>
                </a:solidFill>
                <a:effectLst/>
                <a:latin typeface="Arial" panose="020B0604020202020204" pitchFamily="34" charset="0"/>
              </a:rPr>
              <a:t>ab </a:t>
            </a:r>
            <a:r>
              <a:rPr lang="en-US" sz="1200">
                <a:solidFill>
                  <a:srgbClr val="000000"/>
                </a:solidFill>
                <a:latin typeface="Arial" panose="020B0604020202020204" pitchFamily="34" charset="0"/>
              </a:rPr>
              <a:t>should</a:t>
            </a:r>
            <a:r>
              <a:rPr lang="en-US" sz="1200">
                <a:solidFill>
                  <a:srgbClr val="000000"/>
                </a:solidFill>
                <a:effectLst/>
                <a:latin typeface="Arial" panose="020B0604020202020204" pitchFamily="34" charset="0"/>
              </a:rPr>
              <a:t> display all quiz questions created by the SME, along with their statuses, in a paginated table on the main page. There should be an </a:t>
            </a:r>
            <a:r>
              <a:rPr lang="en-US" sz="1200" b="1">
                <a:solidFill>
                  <a:srgbClr val="000000"/>
                </a:solidFill>
                <a:effectLst/>
                <a:latin typeface="Arial" panose="020B0604020202020204" pitchFamily="34" charset="0"/>
              </a:rPr>
              <a:t>Edit button</a:t>
            </a:r>
            <a:r>
              <a:rPr lang="en-US" sz="1200">
                <a:solidFill>
                  <a:srgbClr val="000000"/>
                </a:solidFill>
                <a:effectLst/>
                <a:latin typeface="Arial" panose="020B0604020202020204" pitchFamily="34" charset="0"/>
              </a:rPr>
              <a:t> for each MCQ with a status of </a:t>
            </a:r>
            <a:r>
              <a:rPr lang="en-US" sz="1200" b="1">
                <a:solidFill>
                  <a:srgbClr val="000000"/>
                </a:solidFill>
                <a:effectLst/>
                <a:latin typeface="Arial" panose="020B0604020202020204" pitchFamily="34" charset="0"/>
              </a:rPr>
              <a:t>Draft</a:t>
            </a:r>
            <a:r>
              <a:rPr lang="en-US" sz="1200">
                <a:solidFill>
                  <a:srgbClr val="000000"/>
                </a:solidFill>
                <a:effectLst/>
                <a:latin typeface="Arial" panose="020B0604020202020204" pitchFamily="34" charset="0"/>
              </a:rPr>
              <a:t> or </a:t>
            </a:r>
            <a:r>
              <a:rPr lang="en-US" sz="1200" b="1">
                <a:solidFill>
                  <a:srgbClr val="000000"/>
                </a:solidFill>
                <a:effectLst/>
                <a:latin typeface="Arial" panose="020B0604020202020204" pitchFamily="34" charset="0"/>
              </a:rPr>
              <a:t>Rejected</a:t>
            </a:r>
            <a:r>
              <a:rPr lang="en-US" sz="1200">
                <a:solidFill>
                  <a:srgbClr val="000000"/>
                </a:solidFill>
                <a:effectLst/>
                <a:latin typeface="Arial" panose="020B0604020202020204" pitchFamily="34" charset="0"/>
              </a:rPr>
              <a:t>.</a:t>
            </a:r>
            <a:r>
              <a:rPr lang="en-US" sz="1200">
                <a:solidFill>
                  <a:srgbClr val="000000"/>
                </a:solidFill>
                <a:latin typeface="Arial" panose="020B0604020202020204" pitchFamily="34" charset="0"/>
              </a:rPr>
              <a:t> </a:t>
            </a:r>
          </a:p>
          <a:p>
            <a:pPr>
              <a:defRPr/>
            </a:pPr>
            <a:endParaRPr lang="en-US" sz="1200">
              <a:solidFill>
                <a:srgbClr val="000000"/>
              </a:solidFill>
              <a:latin typeface="Arial" panose="020B0604020202020204" pitchFamily="34" charset="0"/>
            </a:endParaRPr>
          </a:p>
          <a:p>
            <a:pPr marL="171450" indent="-171450">
              <a:buFont typeface="Arial" panose="020B0604020202020204" pitchFamily="34" charset="0"/>
              <a:buChar char="•"/>
              <a:defRPr/>
            </a:pPr>
            <a:r>
              <a:rPr lang="en-US" sz="1200">
                <a:solidFill>
                  <a:srgbClr val="000000"/>
                </a:solidFill>
                <a:latin typeface="Arial" panose="020B0604020202020204" pitchFamily="34" charset="0"/>
              </a:rPr>
              <a:t>Clicking the “Edit” button should open a form showing question details such as: </a:t>
            </a:r>
            <a:r>
              <a:rPr lang="en-US" sz="1200" b="1">
                <a:solidFill>
                  <a:srgbClr val="000000"/>
                </a:solidFill>
                <a:latin typeface="Arial" panose="020B0604020202020204" pitchFamily="34" charset="0"/>
              </a:rPr>
              <a:t>Question stem, Technology Stack, Topic, Difficulty, four options, the correct answer. </a:t>
            </a:r>
            <a:r>
              <a:rPr lang="en-US" sz="1200">
                <a:solidFill>
                  <a:srgbClr val="000000"/>
                </a:solidFill>
                <a:latin typeface="Arial" panose="020B0604020202020204" pitchFamily="34" charset="0"/>
              </a:rPr>
              <a:t>If the question is in the </a:t>
            </a:r>
            <a:r>
              <a:rPr lang="en-US" sz="1200" b="1">
                <a:solidFill>
                  <a:srgbClr val="000000"/>
                </a:solidFill>
                <a:latin typeface="Arial" panose="020B0604020202020204" pitchFamily="34" charset="0"/>
              </a:rPr>
              <a:t>“Rejected” state</a:t>
            </a:r>
            <a:r>
              <a:rPr lang="en-US" sz="1200">
                <a:solidFill>
                  <a:srgbClr val="000000"/>
                </a:solidFill>
                <a:latin typeface="Arial" panose="020B0604020202020204" pitchFamily="34" charset="0"/>
              </a:rPr>
              <a:t>, then the reviewer comments must also be shown.</a:t>
            </a:r>
            <a:endParaRPr lang="en-US" sz="1200" b="1">
              <a:solidFill>
                <a:prstClr val="black"/>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E3565B67-F3A3-07CE-C7F5-B3D5016C7C0A}"/>
              </a:ext>
            </a:extLst>
          </p:cNvPr>
          <p:cNvSpPr txBox="1"/>
          <p:nvPr/>
        </p:nvSpPr>
        <p:spPr>
          <a:xfrm>
            <a:off x="0" y="6534791"/>
            <a:ext cx="1000455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C00000"/>
                </a:solidFill>
                <a:effectLst/>
                <a:uLnTx/>
                <a:uFillTx/>
                <a:latin typeface="Calibri"/>
                <a:ea typeface="+mn-ea"/>
                <a:cs typeface="Calibri"/>
              </a:rPr>
              <a:t>Kindly note this page is for reference only and participants have the liberty to design it as per their ideas</a:t>
            </a:r>
            <a:r>
              <a:rPr kumimoji="0" lang="en-US" sz="1400" b="0" i="0" u="none" strike="noStrike" kern="1200" cap="none" spc="0" normalizeH="0" baseline="0" noProof="0">
                <a:ln>
                  <a:noFill/>
                </a:ln>
                <a:solidFill>
                  <a:prstClr val="black"/>
                </a:solidFill>
                <a:effectLst/>
                <a:uLnTx/>
                <a:uFillTx/>
                <a:latin typeface="Calibri"/>
                <a:ea typeface="+mn-ea"/>
                <a:cs typeface="Calibri"/>
              </a:rPr>
              <a:t>.</a:t>
            </a:r>
            <a:r>
              <a:rPr kumimoji="0" lang="en-US" sz="1200" b="0" i="0" u="none" strike="noStrike" kern="1200" cap="none" spc="0" normalizeH="0" baseline="0" noProof="0">
                <a:ln>
                  <a:noFill/>
                </a:ln>
                <a:solidFill>
                  <a:srgbClr val="C00000"/>
                </a:solidFill>
                <a:effectLst/>
                <a:uLnTx/>
                <a:uFillTx/>
                <a:latin typeface="Calibri"/>
                <a:ea typeface="+mn-ea"/>
                <a:cs typeface="Calibri"/>
              </a:rPr>
              <a:t> Sample technology stack list is given in </a:t>
            </a:r>
            <a:r>
              <a:rPr kumimoji="0" lang="en-US" sz="1200" b="1" i="0" u="none" strike="noStrike" kern="1200" cap="none" spc="0" normalizeH="0" baseline="0" noProof="0">
                <a:ln>
                  <a:noFill/>
                </a:ln>
                <a:solidFill>
                  <a:srgbClr val="C00000"/>
                </a:solidFill>
                <a:effectLst/>
                <a:uLnTx/>
                <a:uFillTx/>
                <a:latin typeface="Calibri"/>
                <a:ea typeface="+mn-ea"/>
                <a:cs typeface="Calibri"/>
              </a:rPr>
              <a:t>slide 5</a:t>
            </a:r>
            <a:r>
              <a:rPr kumimoji="0" lang="en-US" sz="1200" b="0" i="0" u="none" strike="noStrike" kern="1200" cap="none" spc="0" normalizeH="0" baseline="0" noProof="0">
                <a:ln>
                  <a:noFill/>
                </a:ln>
                <a:solidFill>
                  <a:srgbClr val="C00000"/>
                </a:solidFill>
                <a:effectLst/>
                <a:uLnTx/>
                <a:uFillTx/>
                <a:latin typeface="Calibri"/>
                <a:ea typeface="+mn-ea"/>
                <a:cs typeface="Calibri"/>
              </a:rPr>
              <a:t>.</a:t>
            </a:r>
          </a:p>
        </p:txBody>
      </p:sp>
      <p:sp>
        <p:nvSpPr>
          <p:cNvPr id="12" name="TextBox 11">
            <a:extLst>
              <a:ext uri="{FF2B5EF4-FFF2-40B4-BE49-F238E27FC236}">
                <a16:creationId xmlns:a16="http://schemas.microsoft.com/office/drawing/2014/main" id="{09A6EEF7-7416-E2C6-63E6-D174F9E915D4}"/>
              </a:ext>
            </a:extLst>
          </p:cNvPr>
          <p:cNvSpPr txBox="1"/>
          <p:nvPr/>
        </p:nvSpPr>
        <p:spPr>
          <a:xfrm>
            <a:off x="6927712" y="1750614"/>
            <a:ext cx="506766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panose="020B0604020202020204" pitchFamily="34" charset="0"/>
              <a:buChar char="•"/>
            </a:pPr>
            <a:r>
              <a:rPr lang="en-US" sz="1200">
                <a:solidFill>
                  <a:srgbClr val="000000"/>
                </a:solidFill>
                <a:latin typeface="Arial" panose="020B0604020202020204" pitchFamily="34" charset="0"/>
              </a:rPr>
              <a:t>Clicking the </a:t>
            </a:r>
            <a:r>
              <a:rPr lang="en-US" sz="1200" b="1">
                <a:solidFill>
                  <a:srgbClr val="000000"/>
                </a:solidFill>
                <a:latin typeface="Arial" panose="020B0604020202020204" pitchFamily="34" charset="0"/>
              </a:rPr>
              <a:t>Save</a:t>
            </a:r>
            <a:r>
              <a:rPr lang="en-US" sz="1200">
                <a:solidFill>
                  <a:srgbClr val="000000"/>
                </a:solidFill>
                <a:latin typeface="Arial" panose="020B0604020202020204" pitchFamily="34" charset="0"/>
              </a:rPr>
              <a:t> button should simply update the MCQ in the database. It should not change the question status.</a:t>
            </a:r>
          </a:p>
          <a:p>
            <a:pPr marL="171450" indent="-171450">
              <a:buFont typeface="Arial" panose="020B0604020202020204" pitchFamily="34" charset="0"/>
              <a:buChar char="•"/>
            </a:pPr>
            <a:endParaRPr lang="en-US" sz="1200">
              <a:solidFill>
                <a:srgbClr val="000000"/>
              </a:solidFill>
              <a:latin typeface="Arial" panose="020B0604020202020204" pitchFamily="34" charset="0"/>
            </a:endParaRPr>
          </a:p>
          <a:p>
            <a:pPr marL="171450" indent="-171450">
              <a:buFont typeface="Arial" panose="020B0604020202020204" pitchFamily="34" charset="0"/>
              <a:buChar char="•"/>
            </a:pPr>
            <a:r>
              <a:rPr lang="en-US" sz="1200">
                <a:solidFill>
                  <a:srgbClr val="000000"/>
                </a:solidFill>
                <a:latin typeface="Arial" panose="020B0604020202020204" pitchFamily="34" charset="0"/>
              </a:rPr>
              <a:t>Clicking </a:t>
            </a:r>
            <a:r>
              <a:rPr lang="en-US" sz="1200" b="1">
                <a:solidFill>
                  <a:srgbClr val="000000"/>
                </a:solidFill>
                <a:latin typeface="Arial" panose="020B0604020202020204" pitchFamily="34" charset="0"/>
              </a:rPr>
              <a:t>“Save &amp; Send for Review”</a:t>
            </a:r>
            <a:r>
              <a:rPr lang="en-US" sz="1200">
                <a:solidFill>
                  <a:srgbClr val="000000"/>
                </a:solidFill>
                <a:latin typeface="Arial" panose="020B0604020202020204" pitchFamily="34" charset="0"/>
              </a:rPr>
              <a:t> should save the question in the database with a “</a:t>
            </a:r>
            <a:r>
              <a:rPr lang="en-US" sz="1200" b="1">
                <a:solidFill>
                  <a:srgbClr val="000000"/>
                </a:solidFill>
                <a:latin typeface="Arial" panose="020B0604020202020204" pitchFamily="34" charset="0"/>
              </a:rPr>
              <a:t>Ready for Review</a:t>
            </a:r>
            <a:r>
              <a:rPr lang="en-US" sz="1200">
                <a:solidFill>
                  <a:srgbClr val="000000"/>
                </a:solidFill>
                <a:latin typeface="Arial" panose="020B0604020202020204" pitchFamily="34" charset="0"/>
              </a:rPr>
              <a:t>” status. This should make the MCQ available for the Admin to assign an SME for review</a:t>
            </a:r>
            <a:r>
              <a:rPr lang="en-US" sz="1200">
                <a:solidFill>
                  <a:srgbClr val="000000"/>
                </a:solidFill>
                <a:effectLst/>
                <a:latin typeface="Arial" panose="020B0604020202020204" pitchFamily="34" charset="0"/>
              </a:rPr>
              <a:t>.</a:t>
            </a:r>
          </a:p>
        </p:txBody>
      </p:sp>
      <p:sp>
        <p:nvSpPr>
          <p:cNvPr id="14" name="Arrow: Right 13">
            <a:extLst>
              <a:ext uri="{FF2B5EF4-FFF2-40B4-BE49-F238E27FC236}">
                <a16:creationId xmlns:a16="http://schemas.microsoft.com/office/drawing/2014/main" id="{5175071B-ABA6-C5A1-0B18-E3DCC58B86BF}"/>
              </a:ext>
            </a:extLst>
          </p:cNvPr>
          <p:cNvSpPr/>
          <p:nvPr/>
        </p:nvSpPr>
        <p:spPr>
          <a:xfrm>
            <a:off x="6051807" y="4642940"/>
            <a:ext cx="811425" cy="6409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2D48A95-D203-47E1-75F8-F18CAD817303}"/>
              </a:ext>
            </a:extLst>
          </p:cNvPr>
          <p:cNvPicPr>
            <a:picLocks noChangeAspect="1"/>
          </p:cNvPicPr>
          <p:nvPr/>
        </p:nvPicPr>
        <p:blipFill>
          <a:blip r:embed="rId2"/>
          <a:stretch>
            <a:fillRect/>
          </a:stretch>
        </p:blipFill>
        <p:spPr>
          <a:xfrm>
            <a:off x="274947" y="3411344"/>
            <a:ext cx="5658442" cy="3134366"/>
          </a:xfrm>
          <a:prstGeom prst="rect">
            <a:avLst/>
          </a:prstGeom>
          <a:ln w="28575">
            <a:solidFill>
              <a:schemeClr val="tx1"/>
            </a:solidFill>
          </a:ln>
        </p:spPr>
      </p:pic>
      <p:pic>
        <p:nvPicPr>
          <p:cNvPr id="7" name="Picture 6">
            <a:extLst>
              <a:ext uri="{FF2B5EF4-FFF2-40B4-BE49-F238E27FC236}">
                <a16:creationId xmlns:a16="http://schemas.microsoft.com/office/drawing/2014/main" id="{9009C453-F8B2-424A-1D3A-F19639F8B193}"/>
              </a:ext>
            </a:extLst>
          </p:cNvPr>
          <p:cNvPicPr>
            <a:picLocks noChangeAspect="1"/>
          </p:cNvPicPr>
          <p:nvPr/>
        </p:nvPicPr>
        <p:blipFill>
          <a:blip r:embed="rId3"/>
          <a:stretch>
            <a:fillRect/>
          </a:stretch>
        </p:blipFill>
        <p:spPr>
          <a:xfrm>
            <a:off x="7025843" y="3406349"/>
            <a:ext cx="5067663" cy="3138067"/>
          </a:xfrm>
          <a:prstGeom prst="rect">
            <a:avLst/>
          </a:prstGeom>
          <a:ln w="28575">
            <a:solidFill>
              <a:schemeClr val="tx1"/>
            </a:solidFill>
          </a:ln>
        </p:spPr>
      </p:pic>
    </p:spTree>
    <p:extLst>
      <p:ext uri="{BB962C8B-B14F-4D97-AF65-F5344CB8AC3E}">
        <p14:creationId xmlns:p14="http://schemas.microsoft.com/office/powerpoint/2010/main" val="2272461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B621A2-6ADF-1040-C978-AEFC4FFD78EC}"/>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22DDA36-3B6E-F108-9C18-94292A3BD7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156D159B-2A27-7C1C-9A98-9205154E6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B881626-216F-5892-CFF6-3AEB5EBDD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Rectangle 25" hidden="1">
            <a:extLst>
              <a:ext uri="{FF2B5EF4-FFF2-40B4-BE49-F238E27FC236}">
                <a16:creationId xmlns:a16="http://schemas.microsoft.com/office/drawing/2014/main" id="{7D6084E0-A27C-59A8-6893-057020469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0"/>
            <a:ext cx="886750" cy="6858000"/>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F6BDB78-7004-9B45-FF89-42FBFDCC656C}"/>
              </a:ext>
            </a:extLst>
          </p:cNvPr>
          <p:cNvSpPr>
            <a:spLocks noGrp="1"/>
          </p:cNvSpPr>
          <p:nvPr>
            <p:ph type="title"/>
          </p:nvPr>
        </p:nvSpPr>
        <p:spPr>
          <a:xfrm>
            <a:off x="322704" y="293052"/>
            <a:ext cx="10044023" cy="877729"/>
          </a:xfrm>
        </p:spPr>
        <p:txBody>
          <a:bodyPr anchor="ctr">
            <a:normAutofit fontScale="90000"/>
          </a:bodyPr>
          <a:lstStyle/>
          <a:p>
            <a:r>
              <a:rPr lang="en-US" sz="4000">
                <a:solidFill>
                  <a:srgbClr val="FFFFFF"/>
                </a:solidFill>
              </a:rPr>
              <a:t>Role: SME</a:t>
            </a:r>
            <a:br>
              <a:rPr lang="en-US" sz="4000">
                <a:solidFill>
                  <a:srgbClr val="FFFFFF"/>
                </a:solidFill>
              </a:rPr>
            </a:br>
            <a:r>
              <a:rPr lang="en-US" sz="4000">
                <a:solidFill>
                  <a:srgbClr val="FFFFFF"/>
                </a:solidFill>
              </a:rPr>
              <a:t>Functionality: Add Single Question</a:t>
            </a:r>
          </a:p>
        </p:txBody>
      </p:sp>
      <p:sp>
        <p:nvSpPr>
          <p:cNvPr id="17" name="TextBox 16">
            <a:extLst>
              <a:ext uri="{FF2B5EF4-FFF2-40B4-BE49-F238E27FC236}">
                <a16:creationId xmlns:a16="http://schemas.microsoft.com/office/drawing/2014/main" id="{985551D5-108A-6968-F191-F5420752A561}"/>
              </a:ext>
            </a:extLst>
          </p:cNvPr>
          <p:cNvSpPr txBox="1"/>
          <p:nvPr/>
        </p:nvSpPr>
        <p:spPr>
          <a:xfrm>
            <a:off x="180834" y="6511331"/>
            <a:ext cx="97872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r>
              <a:rPr lang="en-US" sz="1200">
                <a:solidFill>
                  <a:srgbClr val="C00000"/>
                </a:solidFill>
                <a:latin typeface="Calibri"/>
                <a:cs typeface="Calibri"/>
              </a:rPr>
              <a:t>Kindly note this page is for reference only and participants have the liberty to design it as per their ideas</a:t>
            </a:r>
            <a:r>
              <a:rPr lang="en-US" sz="1400">
                <a:solidFill>
                  <a:prstClr val="black"/>
                </a:solidFill>
                <a:latin typeface="Calibri"/>
                <a:cs typeface="Calibri"/>
              </a:rPr>
              <a:t>.</a:t>
            </a:r>
            <a:r>
              <a:rPr lang="en-US" sz="1200">
                <a:solidFill>
                  <a:srgbClr val="C00000"/>
                </a:solidFill>
                <a:latin typeface="Calibri"/>
                <a:cs typeface="Calibri"/>
              </a:rPr>
              <a:t> Sample technology stack list is given in </a:t>
            </a:r>
            <a:r>
              <a:rPr lang="en-US" sz="1200" b="1">
                <a:solidFill>
                  <a:srgbClr val="C00000"/>
                </a:solidFill>
                <a:latin typeface="Calibri"/>
                <a:cs typeface="Calibri"/>
              </a:rPr>
              <a:t>slide 5</a:t>
            </a:r>
            <a:r>
              <a:rPr lang="en-US" sz="1200">
                <a:solidFill>
                  <a:srgbClr val="C00000"/>
                </a:solidFill>
                <a:latin typeface="Calibri"/>
                <a:cs typeface="Calibri"/>
              </a:rPr>
              <a:t>.</a:t>
            </a:r>
          </a:p>
        </p:txBody>
      </p:sp>
      <p:pic>
        <p:nvPicPr>
          <p:cNvPr id="8" name="Picture 7">
            <a:extLst>
              <a:ext uri="{FF2B5EF4-FFF2-40B4-BE49-F238E27FC236}">
                <a16:creationId xmlns:a16="http://schemas.microsoft.com/office/drawing/2014/main" id="{9F1CF241-0379-28AB-76D9-05739A4C835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22704" y="5272455"/>
            <a:ext cx="5692142" cy="1199984"/>
          </a:xfrm>
          <a:prstGeom prst="rect">
            <a:avLst/>
          </a:prstGeom>
          <a:ln w="28575">
            <a:solidFill>
              <a:schemeClr val="tx1"/>
            </a:solidFill>
          </a:ln>
        </p:spPr>
      </p:pic>
      <p:sp>
        <p:nvSpPr>
          <p:cNvPr id="9" name="TextBox 8">
            <a:extLst>
              <a:ext uri="{FF2B5EF4-FFF2-40B4-BE49-F238E27FC236}">
                <a16:creationId xmlns:a16="http://schemas.microsoft.com/office/drawing/2014/main" id="{EBFD91CA-1545-B4C3-8154-818AE2565393}"/>
              </a:ext>
            </a:extLst>
          </p:cNvPr>
          <p:cNvSpPr txBox="1"/>
          <p:nvPr/>
        </p:nvSpPr>
        <p:spPr>
          <a:xfrm>
            <a:off x="7033036" y="1658104"/>
            <a:ext cx="498588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R="0" lvl="0" algn="l" defTabSz="914400" rtl="0" eaLnBrk="1" fontAlgn="auto" latinLnBrk="0" hangingPunct="1">
              <a:spcBef>
                <a:spcPts val="0"/>
              </a:spcBef>
              <a:spcAft>
                <a:spcPts val="0"/>
              </a:spcAft>
              <a:buClrTx/>
              <a:buSzTx/>
              <a:tabLst/>
              <a:defRPr/>
            </a:pPr>
            <a:r>
              <a:rPr lang="en-US" sz="1200">
                <a:solidFill>
                  <a:srgbClr val="000000"/>
                </a:solidFill>
                <a:effectLst/>
                <a:latin typeface="Arial" panose="020B0604020202020204" pitchFamily="34" charset="0"/>
              </a:rPr>
              <a:t>Clicking </a:t>
            </a:r>
            <a:r>
              <a:rPr lang="en-US" sz="1200" b="1">
                <a:solidFill>
                  <a:srgbClr val="000000"/>
                </a:solidFill>
                <a:effectLst/>
                <a:latin typeface="Arial" panose="020B0604020202020204" pitchFamily="34" charset="0"/>
              </a:rPr>
              <a:t>Add from UI</a:t>
            </a:r>
            <a:r>
              <a:rPr lang="en-US" sz="1200">
                <a:solidFill>
                  <a:srgbClr val="000000"/>
                </a:solidFill>
                <a:effectLst/>
                <a:latin typeface="Arial" panose="020B0604020202020204" pitchFamily="34" charset="0"/>
              </a:rPr>
              <a:t> should open a form to enter question details including </a:t>
            </a:r>
            <a:r>
              <a:rPr lang="en-US" sz="1200" b="1">
                <a:solidFill>
                  <a:srgbClr val="000000"/>
                </a:solidFill>
                <a:effectLst/>
                <a:latin typeface="Arial" panose="020B0604020202020204" pitchFamily="34" charset="0"/>
              </a:rPr>
              <a:t>Question stem, Technology Stack, Topic, Difficulty, four options, </a:t>
            </a:r>
            <a:r>
              <a:rPr lang="en-US" sz="1200">
                <a:solidFill>
                  <a:srgbClr val="000000"/>
                </a:solidFill>
                <a:effectLst/>
                <a:latin typeface="Arial" panose="020B0604020202020204" pitchFamily="34" charset="0"/>
              </a:rPr>
              <a:t>and </a:t>
            </a:r>
            <a:r>
              <a:rPr lang="en-US" sz="1200">
                <a:solidFill>
                  <a:srgbClr val="000000"/>
                </a:solidFill>
                <a:latin typeface="Arial" panose="020B0604020202020204" pitchFamily="34" charset="0"/>
              </a:rPr>
              <a:t>the </a:t>
            </a:r>
            <a:r>
              <a:rPr lang="en-US" sz="1200" b="1">
                <a:solidFill>
                  <a:srgbClr val="000000"/>
                </a:solidFill>
                <a:effectLst/>
                <a:latin typeface="Arial" panose="020B0604020202020204" pitchFamily="34" charset="0"/>
              </a:rPr>
              <a:t>correct answer.</a:t>
            </a:r>
            <a:endParaRPr lang="en-US" sz="1200" b="1">
              <a:solidFill>
                <a:prstClr val="black"/>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6E2F68DF-A350-4998-09CF-629C3ACC6609}"/>
              </a:ext>
            </a:extLst>
          </p:cNvPr>
          <p:cNvSpPr txBox="1"/>
          <p:nvPr/>
        </p:nvSpPr>
        <p:spPr>
          <a:xfrm>
            <a:off x="201065" y="4422058"/>
            <a:ext cx="581378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R="0" lvl="0" algn="l" defTabSz="914400" rtl="0" eaLnBrk="1" fontAlgn="auto" latinLnBrk="0" hangingPunct="1">
              <a:spcBef>
                <a:spcPts val="0"/>
              </a:spcBef>
              <a:spcAft>
                <a:spcPts val="0"/>
              </a:spcAft>
              <a:buClrTx/>
              <a:buSzTx/>
              <a:tabLst/>
              <a:defRPr/>
            </a:pPr>
            <a:r>
              <a:rPr lang="en-US" sz="1200">
                <a:solidFill>
                  <a:srgbClr val="000000"/>
                </a:solidFill>
                <a:latin typeface="Arial" panose="020B0604020202020204" pitchFamily="34" charset="0"/>
              </a:rPr>
              <a:t>O</a:t>
            </a:r>
            <a:r>
              <a:rPr lang="en-US" sz="1200">
                <a:solidFill>
                  <a:srgbClr val="000000"/>
                </a:solidFill>
                <a:effectLst/>
                <a:latin typeface="Arial" panose="020B0604020202020204" pitchFamily="34" charset="0"/>
              </a:rPr>
              <a:t>n clicking the </a:t>
            </a:r>
            <a:r>
              <a:rPr lang="en-US" sz="1200" b="1">
                <a:solidFill>
                  <a:srgbClr val="000000"/>
                </a:solidFill>
                <a:effectLst/>
                <a:latin typeface="Arial" panose="020B0604020202020204" pitchFamily="34" charset="0"/>
              </a:rPr>
              <a:t>Add Question button</a:t>
            </a:r>
            <a:r>
              <a:rPr lang="en-US" sz="1200">
                <a:solidFill>
                  <a:srgbClr val="000000"/>
                </a:solidFill>
                <a:effectLst/>
                <a:latin typeface="Arial" panose="020B0604020202020204" pitchFamily="34" charset="0"/>
              </a:rPr>
              <a:t>, two options should appear for the SME: </a:t>
            </a:r>
            <a:r>
              <a:rPr lang="en-US" sz="1200" b="1">
                <a:solidFill>
                  <a:srgbClr val="000000"/>
                </a:solidFill>
                <a:effectLst/>
                <a:latin typeface="Arial" panose="020B0604020202020204" pitchFamily="34" charset="0"/>
              </a:rPr>
              <a:t>Add from UI</a:t>
            </a:r>
            <a:r>
              <a:rPr lang="en-US" sz="1200">
                <a:solidFill>
                  <a:srgbClr val="000000"/>
                </a:solidFill>
                <a:effectLst/>
                <a:latin typeface="Arial" panose="020B0604020202020204" pitchFamily="34" charset="0"/>
              </a:rPr>
              <a:t> and </a:t>
            </a:r>
            <a:r>
              <a:rPr lang="en-US" sz="1200" b="1">
                <a:solidFill>
                  <a:srgbClr val="000000"/>
                </a:solidFill>
                <a:effectLst/>
                <a:latin typeface="Arial" panose="020B0604020202020204" pitchFamily="34" charset="0"/>
              </a:rPr>
              <a:t>Bulk Upload</a:t>
            </a:r>
            <a:r>
              <a:rPr lang="en-US" sz="1200">
                <a:solidFill>
                  <a:srgbClr val="000000"/>
                </a:solidFill>
                <a:effectLst/>
                <a:latin typeface="Arial" panose="020B0604020202020204" pitchFamily="34" charset="0"/>
              </a:rPr>
              <a:t>, allowing SMEs to add a </a:t>
            </a:r>
            <a:r>
              <a:rPr lang="en-US" sz="1200">
                <a:solidFill>
                  <a:srgbClr val="000000"/>
                </a:solidFill>
                <a:latin typeface="Arial" panose="020B0604020202020204" pitchFamily="34" charset="0"/>
              </a:rPr>
              <a:t>single question </a:t>
            </a:r>
            <a:r>
              <a:rPr lang="en-US" sz="1200">
                <a:solidFill>
                  <a:srgbClr val="000000"/>
                </a:solidFill>
                <a:effectLst/>
                <a:latin typeface="Arial" panose="020B0604020202020204" pitchFamily="34" charset="0"/>
              </a:rPr>
              <a:t>or upload MCQs in bulk.</a:t>
            </a:r>
            <a:endParaRPr kumimoji="0" lang="en-US" sz="12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7CDE854F-046E-3CB5-44A7-9C853B5F16A5}"/>
              </a:ext>
            </a:extLst>
          </p:cNvPr>
          <p:cNvSpPr txBox="1"/>
          <p:nvPr/>
        </p:nvSpPr>
        <p:spPr>
          <a:xfrm>
            <a:off x="7019850" y="5333220"/>
            <a:ext cx="5172150" cy="1015663"/>
          </a:xfrm>
          <a:prstGeom prst="rect">
            <a:avLst/>
          </a:prstGeom>
          <a:noFill/>
        </p:spPr>
        <p:txBody>
          <a:bodyPr wrap="square">
            <a:spAutoFit/>
          </a:bodyPr>
          <a:lstStyle/>
          <a:p>
            <a:pPr marL="171450" indent="-171450">
              <a:buFont typeface="Arial" panose="020B0604020202020204" pitchFamily="34" charset="0"/>
              <a:buChar char="•"/>
            </a:pPr>
            <a:r>
              <a:rPr lang="en-US" sz="1200">
                <a:solidFill>
                  <a:srgbClr val="000000"/>
                </a:solidFill>
                <a:effectLst/>
                <a:latin typeface="Arial" panose="020B0604020202020204" pitchFamily="34" charset="0"/>
              </a:rPr>
              <a:t>Clicking the </a:t>
            </a:r>
            <a:r>
              <a:rPr lang="en-US" sz="1200" b="1">
                <a:solidFill>
                  <a:srgbClr val="000000"/>
                </a:solidFill>
                <a:effectLst/>
                <a:latin typeface="Arial" panose="020B0604020202020204" pitchFamily="34" charset="0"/>
              </a:rPr>
              <a:t>Save </a:t>
            </a:r>
            <a:r>
              <a:rPr lang="en-US" sz="1200">
                <a:solidFill>
                  <a:srgbClr val="000000"/>
                </a:solidFill>
                <a:effectLst/>
                <a:latin typeface="Arial" panose="020B0604020202020204" pitchFamily="34" charset="0"/>
              </a:rPr>
              <a:t>button should add the MCQ to the database. The question will be saved in the </a:t>
            </a:r>
            <a:r>
              <a:rPr lang="en-US" sz="1200" b="1">
                <a:solidFill>
                  <a:srgbClr val="000000"/>
                </a:solidFill>
                <a:effectLst/>
                <a:latin typeface="Arial" panose="020B0604020202020204" pitchFamily="34" charset="0"/>
              </a:rPr>
              <a:t>Draft</a:t>
            </a:r>
            <a:r>
              <a:rPr lang="en-US" sz="1200">
                <a:solidFill>
                  <a:srgbClr val="000000"/>
                </a:solidFill>
                <a:effectLst/>
                <a:latin typeface="Arial" panose="020B0604020202020204" pitchFamily="34" charset="0"/>
              </a:rPr>
              <a:t> state. </a:t>
            </a:r>
          </a:p>
          <a:p>
            <a:pPr marL="171450" indent="-171450">
              <a:buFont typeface="Arial" panose="020B0604020202020204" pitchFamily="34" charset="0"/>
              <a:buChar char="•"/>
            </a:pPr>
            <a:r>
              <a:rPr lang="en-US" sz="1200">
                <a:solidFill>
                  <a:srgbClr val="000000"/>
                </a:solidFill>
                <a:effectLst/>
                <a:latin typeface="Arial" panose="020B0604020202020204" pitchFamily="34" charset="0"/>
              </a:rPr>
              <a:t>Clicking </a:t>
            </a:r>
            <a:r>
              <a:rPr lang="en-US" sz="1200" b="1">
                <a:solidFill>
                  <a:srgbClr val="000000"/>
                </a:solidFill>
                <a:effectLst/>
                <a:latin typeface="Arial" panose="020B0604020202020204" pitchFamily="34" charset="0"/>
              </a:rPr>
              <a:t>“</a:t>
            </a:r>
            <a:r>
              <a:rPr lang="en-US" sz="1200" b="1">
                <a:solidFill>
                  <a:srgbClr val="000000"/>
                </a:solidFill>
                <a:latin typeface="Arial" panose="020B0604020202020204" pitchFamily="34" charset="0"/>
              </a:rPr>
              <a:t>Save &amp; Send for Review” </a:t>
            </a:r>
            <a:r>
              <a:rPr lang="en-US" sz="1200">
                <a:solidFill>
                  <a:srgbClr val="000000"/>
                </a:solidFill>
                <a:latin typeface="Arial" panose="020B0604020202020204" pitchFamily="34" charset="0"/>
              </a:rPr>
              <a:t>button should save the question in the </a:t>
            </a:r>
            <a:r>
              <a:rPr lang="en-US" sz="1200" b="1">
                <a:solidFill>
                  <a:srgbClr val="000000"/>
                </a:solidFill>
                <a:latin typeface="Arial" panose="020B0604020202020204" pitchFamily="34" charset="0"/>
              </a:rPr>
              <a:t>“Ready for Review”</a:t>
            </a:r>
            <a:r>
              <a:rPr lang="en-US" sz="1200">
                <a:solidFill>
                  <a:srgbClr val="000000"/>
                </a:solidFill>
                <a:latin typeface="Arial" panose="020B0604020202020204" pitchFamily="34" charset="0"/>
              </a:rPr>
              <a:t> state and make it available for the Admin to assign an SME for review.</a:t>
            </a:r>
            <a:endParaRPr lang="en-US" sz="1200" strike="sngStrike">
              <a:solidFill>
                <a:prstClr val="black"/>
              </a:solidFill>
              <a:latin typeface="Arial" panose="020B0604020202020204" pitchFamily="34" charset="0"/>
              <a:cs typeface="Arial" panose="020B0604020202020204" pitchFamily="34" charset="0"/>
            </a:endParaRPr>
          </a:p>
        </p:txBody>
      </p:sp>
      <p:cxnSp>
        <p:nvCxnSpPr>
          <p:cNvPr id="21" name="Connector: Elbow 20">
            <a:extLst>
              <a:ext uri="{FF2B5EF4-FFF2-40B4-BE49-F238E27FC236}">
                <a16:creationId xmlns:a16="http://schemas.microsoft.com/office/drawing/2014/main" id="{AD80E3C5-FE57-D82C-1C24-E3287E9E0CC2}"/>
              </a:ext>
            </a:extLst>
          </p:cNvPr>
          <p:cNvCxnSpPr>
            <a:cxnSpLocks/>
          </p:cNvCxnSpPr>
          <p:nvPr/>
        </p:nvCxnSpPr>
        <p:spPr>
          <a:xfrm flipV="1">
            <a:off x="6026857" y="4319644"/>
            <a:ext cx="1151712" cy="1091922"/>
          </a:xfrm>
          <a:prstGeom prst="bentConnector3">
            <a:avLst>
              <a:gd name="adj1" fmla="val 50000"/>
            </a:avLst>
          </a:prstGeom>
          <a:ln w="57150">
            <a:tailEnd type="triangle"/>
          </a:ln>
        </p:spPr>
        <p:style>
          <a:lnRef idx="3">
            <a:schemeClr val="accent1"/>
          </a:lnRef>
          <a:fillRef idx="0">
            <a:schemeClr val="accent1"/>
          </a:fillRef>
          <a:effectRef idx="2">
            <a:schemeClr val="accent1"/>
          </a:effectRef>
          <a:fontRef idx="minor">
            <a:schemeClr val="tx1"/>
          </a:fontRef>
        </p:style>
      </p:cxnSp>
      <p:pic>
        <p:nvPicPr>
          <p:cNvPr id="32" name="Picture 31">
            <a:extLst>
              <a:ext uri="{FF2B5EF4-FFF2-40B4-BE49-F238E27FC236}">
                <a16:creationId xmlns:a16="http://schemas.microsoft.com/office/drawing/2014/main" id="{256E7FE9-E2E4-31B8-4E7F-2872FA2BFC04}"/>
              </a:ext>
            </a:extLst>
          </p:cNvPr>
          <p:cNvPicPr>
            <a:picLocks noChangeAspect="1"/>
          </p:cNvPicPr>
          <p:nvPr/>
        </p:nvPicPr>
        <p:blipFill>
          <a:blip r:embed="rId4"/>
          <a:stretch>
            <a:fillRect/>
          </a:stretch>
        </p:blipFill>
        <p:spPr>
          <a:xfrm>
            <a:off x="7165981" y="2336148"/>
            <a:ext cx="4479436" cy="2940024"/>
          </a:xfrm>
          <a:prstGeom prst="rect">
            <a:avLst/>
          </a:prstGeom>
          <a:ln w="28575">
            <a:solidFill>
              <a:schemeClr val="tx1"/>
            </a:solidFill>
          </a:ln>
        </p:spPr>
      </p:pic>
      <p:pic>
        <p:nvPicPr>
          <p:cNvPr id="36" name="Picture 35">
            <a:extLst>
              <a:ext uri="{FF2B5EF4-FFF2-40B4-BE49-F238E27FC236}">
                <a16:creationId xmlns:a16="http://schemas.microsoft.com/office/drawing/2014/main" id="{48D67943-5C7D-E3DF-9204-1F5BB84CDF92}"/>
              </a:ext>
            </a:extLst>
          </p:cNvPr>
          <p:cNvPicPr>
            <a:picLocks noChangeAspect="1"/>
          </p:cNvPicPr>
          <p:nvPr/>
        </p:nvPicPr>
        <p:blipFill>
          <a:blip r:embed="rId5"/>
          <a:stretch>
            <a:fillRect/>
          </a:stretch>
        </p:blipFill>
        <p:spPr>
          <a:xfrm>
            <a:off x="388941" y="1634862"/>
            <a:ext cx="5026019" cy="2784050"/>
          </a:xfrm>
          <a:prstGeom prst="rect">
            <a:avLst/>
          </a:prstGeom>
          <a:ln w="28575">
            <a:solidFill>
              <a:schemeClr val="tx1"/>
            </a:solidFill>
          </a:ln>
        </p:spPr>
      </p:pic>
    </p:spTree>
    <p:extLst>
      <p:ext uri="{BB962C8B-B14F-4D97-AF65-F5344CB8AC3E}">
        <p14:creationId xmlns:p14="http://schemas.microsoft.com/office/powerpoint/2010/main" val="967003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CDDF5D-6D39-2DD3-A88D-6AB0B6989E2D}"/>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AFBCB7F-99EB-4578-395E-7DA6415DB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49611FC5-59D7-AB31-869B-DE864D6E5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BD195207-9F40-8CF5-03A4-5F92B7A7B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Rectangle 25" hidden="1">
            <a:extLst>
              <a:ext uri="{FF2B5EF4-FFF2-40B4-BE49-F238E27FC236}">
                <a16:creationId xmlns:a16="http://schemas.microsoft.com/office/drawing/2014/main" id="{54A86CBF-2FDC-1B68-D6E8-4F832B6A7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0"/>
            <a:ext cx="886750" cy="6858000"/>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A55B9A7-F581-25C5-CE0B-DA6EF8CC736F}"/>
              </a:ext>
            </a:extLst>
          </p:cNvPr>
          <p:cNvSpPr>
            <a:spLocks noGrp="1"/>
          </p:cNvSpPr>
          <p:nvPr>
            <p:ph type="title"/>
          </p:nvPr>
        </p:nvSpPr>
        <p:spPr>
          <a:xfrm>
            <a:off x="355597" y="300482"/>
            <a:ext cx="8707379" cy="877729"/>
          </a:xfrm>
        </p:spPr>
        <p:txBody>
          <a:bodyPr anchor="ctr">
            <a:normAutofit fontScale="90000"/>
          </a:bodyPr>
          <a:lstStyle/>
          <a:p>
            <a:r>
              <a:rPr lang="en-US" sz="4000">
                <a:solidFill>
                  <a:srgbClr val="FFFFFF"/>
                </a:solidFill>
              </a:rPr>
              <a:t>Role: SME</a:t>
            </a:r>
            <a:br>
              <a:rPr lang="en-US" sz="4000">
                <a:solidFill>
                  <a:srgbClr val="FFFFFF"/>
                </a:solidFill>
              </a:rPr>
            </a:br>
            <a:r>
              <a:rPr lang="en-US" sz="4000">
                <a:solidFill>
                  <a:srgbClr val="FFFFFF"/>
                </a:solidFill>
              </a:rPr>
              <a:t>Functionality: Upload Bulk Questions</a:t>
            </a:r>
          </a:p>
        </p:txBody>
      </p:sp>
      <p:sp>
        <p:nvSpPr>
          <p:cNvPr id="17" name="TextBox 16">
            <a:extLst>
              <a:ext uri="{FF2B5EF4-FFF2-40B4-BE49-F238E27FC236}">
                <a16:creationId xmlns:a16="http://schemas.microsoft.com/office/drawing/2014/main" id="{86103FD0-0D51-4672-A69E-3A928EA8548E}"/>
              </a:ext>
            </a:extLst>
          </p:cNvPr>
          <p:cNvSpPr txBox="1"/>
          <p:nvPr/>
        </p:nvSpPr>
        <p:spPr>
          <a:xfrm>
            <a:off x="150151" y="6521493"/>
            <a:ext cx="102506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r>
              <a:rPr lang="en-US" sz="1200">
                <a:solidFill>
                  <a:srgbClr val="C00000"/>
                </a:solidFill>
                <a:latin typeface="Calibri"/>
                <a:cs typeface="Calibri"/>
              </a:rPr>
              <a:t>Kindly note this page is for reference only and participants have the liberty to design it as per their ideas</a:t>
            </a:r>
            <a:r>
              <a:rPr lang="en-US" sz="1400">
                <a:solidFill>
                  <a:prstClr val="black"/>
                </a:solidFill>
                <a:latin typeface="Calibri"/>
                <a:cs typeface="Calibri"/>
              </a:rPr>
              <a:t>.</a:t>
            </a:r>
            <a:r>
              <a:rPr lang="en-US" sz="1200">
                <a:solidFill>
                  <a:srgbClr val="C00000"/>
                </a:solidFill>
                <a:latin typeface="Calibri"/>
                <a:cs typeface="Calibri"/>
              </a:rPr>
              <a:t> Sample technology stack list is given in </a:t>
            </a:r>
            <a:r>
              <a:rPr lang="en-US" sz="1200" b="1">
                <a:solidFill>
                  <a:srgbClr val="C00000"/>
                </a:solidFill>
                <a:latin typeface="Calibri"/>
                <a:cs typeface="Calibri"/>
              </a:rPr>
              <a:t>slide 5</a:t>
            </a:r>
            <a:r>
              <a:rPr lang="en-US" sz="1200">
                <a:solidFill>
                  <a:srgbClr val="C00000"/>
                </a:solidFill>
                <a:latin typeface="Calibri"/>
                <a:cs typeface="Calibri"/>
              </a:rPr>
              <a:t>.</a:t>
            </a:r>
          </a:p>
        </p:txBody>
      </p:sp>
      <p:pic>
        <p:nvPicPr>
          <p:cNvPr id="8" name="Picture 7">
            <a:extLst>
              <a:ext uri="{FF2B5EF4-FFF2-40B4-BE49-F238E27FC236}">
                <a16:creationId xmlns:a16="http://schemas.microsoft.com/office/drawing/2014/main" id="{B4D095B6-24E0-2214-45E8-6D3FB8757D2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86779" y="1643614"/>
            <a:ext cx="4784899" cy="1083115"/>
          </a:xfrm>
          <a:prstGeom prst="rect">
            <a:avLst/>
          </a:prstGeom>
          <a:ln w="28575">
            <a:solidFill>
              <a:schemeClr val="tx1"/>
            </a:solidFill>
          </a:ln>
        </p:spPr>
      </p:pic>
      <p:sp>
        <p:nvSpPr>
          <p:cNvPr id="9" name="TextBox 8">
            <a:extLst>
              <a:ext uri="{FF2B5EF4-FFF2-40B4-BE49-F238E27FC236}">
                <a16:creationId xmlns:a16="http://schemas.microsoft.com/office/drawing/2014/main" id="{7D8B7936-2A1F-23BA-9188-C700E15766CD}"/>
              </a:ext>
            </a:extLst>
          </p:cNvPr>
          <p:cNvSpPr txBox="1"/>
          <p:nvPr/>
        </p:nvSpPr>
        <p:spPr>
          <a:xfrm>
            <a:off x="73508" y="3237360"/>
            <a:ext cx="5066383" cy="3351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R="0" lvl="0" algn="l" defTabSz="914400" rtl="0" eaLnBrk="1" fontAlgn="auto" latinLnBrk="0" hangingPunct="1">
              <a:lnSpc>
                <a:spcPct val="150000"/>
              </a:lnSpc>
              <a:spcBef>
                <a:spcPts val="0"/>
              </a:spcBef>
              <a:spcAft>
                <a:spcPts val="0"/>
              </a:spcAft>
              <a:buClrTx/>
              <a:buSzTx/>
              <a:tabLst/>
              <a:defRPr/>
            </a:pPr>
            <a:r>
              <a:rPr lang="en-US" sz="1200">
                <a:solidFill>
                  <a:srgbClr val="000000"/>
                </a:solidFill>
                <a:effectLst/>
                <a:latin typeface="Arial" panose="020B0604020202020204" pitchFamily="34" charset="0"/>
              </a:rPr>
              <a:t>Clicking the </a:t>
            </a:r>
            <a:r>
              <a:rPr lang="en-US" sz="1200" b="1">
                <a:solidFill>
                  <a:srgbClr val="000000"/>
                </a:solidFill>
                <a:effectLst/>
                <a:latin typeface="Arial" panose="020B0604020202020204" pitchFamily="34" charset="0"/>
              </a:rPr>
              <a:t>Bulk Upload</a:t>
            </a:r>
            <a:r>
              <a:rPr lang="en-US" sz="1200">
                <a:solidFill>
                  <a:srgbClr val="000000"/>
                </a:solidFill>
                <a:effectLst/>
                <a:latin typeface="Arial" panose="020B0604020202020204" pitchFamily="34" charset="0"/>
              </a:rPr>
              <a:t> option should display a form as below:</a:t>
            </a:r>
            <a:endParaRPr lang="en-US" sz="1200">
              <a:solidFill>
                <a:prstClr val="black"/>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DA69150E-39FA-D121-421C-1778C32B88F5}"/>
              </a:ext>
            </a:extLst>
          </p:cNvPr>
          <p:cNvSpPr txBox="1"/>
          <p:nvPr/>
        </p:nvSpPr>
        <p:spPr>
          <a:xfrm>
            <a:off x="5282622" y="1600629"/>
            <a:ext cx="6146174" cy="1384995"/>
          </a:xfrm>
          <a:prstGeom prst="rect">
            <a:avLst/>
          </a:prstGeom>
          <a:noFill/>
        </p:spPr>
        <p:txBody>
          <a:bodyPr wrap="square">
            <a:spAutoFit/>
          </a:bodyPr>
          <a:lstStyle/>
          <a:p>
            <a:pPr marL="171450" indent="-171450">
              <a:buFont typeface="Arial" panose="020B0604020202020204" pitchFamily="34" charset="0"/>
              <a:buChar char="•"/>
            </a:pPr>
            <a:r>
              <a:rPr lang="en-US" sz="1200">
                <a:solidFill>
                  <a:srgbClr val="000000"/>
                </a:solidFill>
                <a:effectLst/>
                <a:latin typeface="Arial" panose="020B0604020202020204" pitchFamily="34" charset="0"/>
              </a:rPr>
              <a:t>Upon uploading the </a:t>
            </a:r>
            <a:r>
              <a:rPr lang="en-US" sz="1200" b="1">
                <a:solidFill>
                  <a:srgbClr val="000000"/>
                </a:solidFill>
                <a:effectLst/>
                <a:latin typeface="Arial" panose="020B0604020202020204" pitchFamily="34" charset="0"/>
              </a:rPr>
              <a:t>Template_MCQs.xlsx </a:t>
            </a:r>
            <a:r>
              <a:rPr lang="en-US" sz="1200">
                <a:solidFill>
                  <a:srgbClr val="000000"/>
                </a:solidFill>
                <a:effectLst/>
                <a:latin typeface="Arial" panose="020B0604020202020204" pitchFamily="34" charset="0"/>
              </a:rPr>
              <a:t>file </a:t>
            </a:r>
            <a:r>
              <a:rPr lang="en-US" sz="1200">
                <a:solidFill>
                  <a:srgbClr val="000000"/>
                </a:solidFill>
                <a:latin typeface="Arial" panose="020B0604020202020204" pitchFamily="34" charset="0"/>
              </a:rPr>
              <a:t>populated with MCQs</a:t>
            </a:r>
            <a:r>
              <a:rPr lang="en-US" sz="1200">
                <a:solidFill>
                  <a:srgbClr val="000000"/>
                </a:solidFill>
                <a:effectLst/>
                <a:latin typeface="Arial" panose="020B0604020202020204" pitchFamily="34" charset="0"/>
              </a:rPr>
              <a:t>, the system should validate the required fields: </a:t>
            </a:r>
            <a:r>
              <a:rPr lang="en-US" sz="1200" b="1">
                <a:solidFill>
                  <a:srgbClr val="000000"/>
                </a:solidFill>
                <a:effectLst/>
                <a:latin typeface="Arial" panose="020B0604020202020204" pitchFamily="34" charset="0"/>
              </a:rPr>
              <a:t>technology stack, topic, difficulty level, question stem, four options, and the correct answer.</a:t>
            </a:r>
          </a:p>
          <a:p>
            <a:pPr marL="171450" indent="-171450" algn="l" rtl="0" eaLnBrk="1" latinLnBrk="0" hangingPunct="1">
              <a:buFont typeface="Arial" panose="020B0604020202020204" pitchFamily="34" charset="0"/>
              <a:buChar char="•"/>
            </a:pPr>
            <a:endParaRPr lang="en-US" sz="1200">
              <a:solidFill>
                <a:srgbClr val="000000"/>
              </a:solidFill>
              <a:effectLst/>
              <a:latin typeface="Arial" panose="020B0604020202020204" pitchFamily="34" charset="0"/>
            </a:endParaRPr>
          </a:p>
          <a:p>
            <a:pPr marL="171450" indent="-171450" algn="l" rtl="0" eaLnBrk="1" latinLnBrk="0" hangingPunct="1">
              <a:buFont typeface="Arial" panose="020B0604020202020204" pitchFamily="34" charset="0"/>
              <a:buChar char="•"/>
            </a:pPr>
            <a:r>
              <a:rPr lang="en-US" sz="1200">
                <a:solidFill>
                  <a:srgbClr val="000000"/>
                </a:solidFill>
                <a:effectLst/>
                <a:latin typeface="Arial" panose="020B0604020202020204" pitchFamily="34" charset="0"/>
              </a:rPr>
              <a:t>After successful validation, the imported MCQs should be available on the </a:t>
            </a:r>
            <a:r>
              <a:rPr lang="en-US" sz="1200" b="1">
                <a:solidFill>
                  <a:srgbClr val="000000"/>
                </a:solidFill>
                <a:effectLst/>
                <a:latin typeface="Arial" panose="020B0604020202020204" pitchFamily="34" charset="0"/>
              </a:rPr>
              <a:t>“My Questions”</a:t>
            </a:r>
            <a:r>
              <a:rPr lang="en-US" sz="1200">
                <a:solidFill>
                  <a:srgbClr val="000000"/>
                </a:solidFill>
                <a:effectLst/>
                <a:latin typeface="Arial" panose="020B0604020202020204" pitchFamily="34" charset="0"/>
              </a:rPr>
              <a:t> </a:t>
            </a:r>
            <a:r>
              <a:rPr lang="en-US" sz="1200">
                <a:solidFill>
                  <a:srgbClr val="000000"/>
                </a:solidFill>
                <a:latin typeface="Arial" panose="020B0604020202020204" pitchFamily="34" charset="0"/>
              </a:rPr>
              <a:t>tab </a:t>
            </a:r>
            <a:r>
              <a:rPr lang="en-US" sz="1200">
                <a:solidFill>
                  <a:srgbClr val="000000"/>
                </a:solidFill>
                <a:effectLst/>
                <a:latin typeface="Arial" panose="020B0604020202020204" pitchFamily="34" charset="0"/>
              </a:rPr>
              <a:t>with the status set to </a:t>
            </a:r>
            <a:r>
              <a:rPr lang="en-US" sz="1200" b="1">
                <a:solidFill>
                  <a:srgbClr val="000000"/>
                </a:solidFill>
                <a:effectLst/>
                <a:latin typeface="Arial" panose="020B0604020202020204" pitchFamily="34" charset="0"/>
              </a:rPr>
              <a:t>Draft</a:t>
            </a:r>
            <a:r>
              <a:rPr lang="en-US" sz="1200">
                <a:solidFill>
                  <a:srgbClr val="000000"/>
                </a:solidFill>
                <a:effectLst/>
                <a:latin typeface="Arial" panose="020B0604020202020204" pitchFamily="34" charset="0"/>
              </a:rPr>
              <a:t>. The SME can edit the questions from there and send for review.</a:t>
            </a:r>
          </a:p>
        </p:txBody>
      </p:sp>
      <p:sp>
        <p:nvSpPr>
          <p:cNvPr id="18" name="TextBox 17">
            <a:extLst>
              <a:ext uri="{FF2B5EF4-FFF2-40B4-BE49-F238E27FC236}">
                <a16:creationId xmlns:a16="http://schemas.microsoft.com/office/drawing/2014/main" id="{8D92A132-C88B-6CC2-22D6-EF576F0A6BAC}"/>
              </a:ext>
            </a:extLst>
          </p:cNvPr>
          <p:cNvSpPr txBox="1"/>
          <p:nvPr/>
        </p:nvSpPr>
        <p:spPr>
          <a:xfrm>
            <a:off x="73508" y="5931524"/>
            <a:ext cx="5825942" cy="461665"/>
          </a:xfrm>
          <a:prstGeom prst="rect">
            <a:avLst/>
          </a:prstGeom>
          <a:noFill/>
        </p:spPr>
        <p:txBody>
          <a:bodyPr wrap="square">
            <a:spAutoFit/>
          </a:bodyPr>
          <a:lstStyle/>
          <a:p>
            <a:pPr algn="l" rtl="0" eaLnBrk="1" latinLnBrk="0" hangingPunct="1"/>
            <a:r>
              <a:rPr lang="en-US" sz="1200">
                <a:solidFill>
                  <a:srgbClr val="000000"/>
                </a:solidFill>
                <a:effectLst/>
                <a:latin typeface="Arial" panose="020B0604020202020204" pitchFamily="34" charset="0"/>
              </a:rPr>
              <a:t>Clicking the </a:t>
            </a:r>
            <a:r>
              <a:rPr lang="en-US" sz="1200" b="1">
                <a:solidFill>
                  <a:srgbClr val="000000"/>
                </a:solidFill>
                <a:effectLst/>
                <a:latin typeface="Arial" panose="020B0604020202020204" pitchFamily="34" charset="0"/>
              </a:rPr>
              <a:t>Download Template button</a:t>
            </a:r>
            <a:r>
              <a:rPr lang="en-US" sz="1200">
                <a:solidFill>
                  <a:srgbClr val="000000"/>
                </a:solidFill>
                <a:effectLst/>
                <a:latin typeface="Arial" panose="020B0604020202020204" pitchFamily="34" charset="0"/>
              </a:rPr>
              <a:t> should download the existing Template_MCQs.xlsx file.</a:t>
            </a:r>
            <a:endParaRPr lang="en-US" sz="1200">
              <a:solidFill>
                <a:prstClr val="black"/>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60660E9-33AC-63B4-6E42-7E4B544B4837}"/>
              </a:ext>
            </a:extLst>
          </p:cNvPr>
          <p:cNvPicPr>
            <a:picLocks noChangeAspect="1"/>
          </p:cNvPicPr>
          <p:nvPr/>
        </p:nvPicPr>
        <p:blipFill>
          <a:blip r:embed="rId4"/>
          <a:stretch>
            <a:fillRect/>
          </a:stretch>
        </p:blipFill>
        <p:spPr>
          <a:xfrm>
            <a:off x="259827" y="3612144"/>
            <a:ext cx="4711851" cy="2216511"/>
          </a:xfrm>
          <a:prstGeom prst="rect">
            <a:avLst/>
          </a:prstGeom>
          <a:ln w="28575">
            <a:solidFill>
              <a:schemeClr val="tx1"/>
            </a:solidFill>
          </a:ln>
        </p:spPr>
      </p:pic>
      <p:sp>
        <p:nvSpPr>
          <p:cNvPr id="7" name="Arrow: Down 6">
            <a:extLst>
              <a:ext uri="{FF2B5EF4-FFF2-40B4-BE49-F238E27FC236}">
                <a16:creationId xmlns:a16="http://schemas.microsoft.com/office/drawing/2014/main" id="{03A03CC7-E322-221C-AFB2-C01B04FD9CD6}"/>
              </a:ext>
            </a:extLst>
          </p:cNvPr>
          <p:cNvSpPr/>
          <p:nvPr/>
        </p:nvSpPr>
        <p:spPr>
          <a:xfrm>
            <a:off x="4316823" y="2533189"/>
            <a:ext cx="438057" cy="7041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13F68F5-50C8-1E9A-4F1C-845F16CD9CA5}"/>
              </a:ext>
            </a:extLst>
          </p:cNvPr>
          <p:cNvPicPr>
            <a:picLocks noChangeAspect="1"/>
          </p:cNvPicPr>
          <p:nvPr/>
        </p:nvPicPr>
        <p:blipFill>
          <a:blip r:embed="rId5"/>
          <a:stretch>
            <a:fillRect/>
          </a:stretch>
        </p:blipFill>
        <p:spPr>
          <a:xfrm>
            <a:off x="5514545" y="3009841"/>
            <a:ext cx="6471013" cy="2480046"/>
          </a:xfrm>
          <a:prstGeom prst="rect">
            <a:avLst/>
          </a:prstGeom>
          <a:ln w="28575">
            <a:solidFill>
              <a:schemeClr val="tx1"/>
            </a:solidFill>
          </a:ln>
        </p:spPr>
      </p:pic>
    </p:spTree>
    <p:extLst>
      <p:ext uri="{BB962C8B-B14F-4D97-AF65-F5344CB8AC3E}">
        <p14:creationId xmlns:p14="http://schemas.microsoft.com/office/powerpoint/2010/main" val="3260462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04E4CA-C126-8FD5-91CD-C805B4B41C08}"/>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Rectangle 25" hidden="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0"/>
            <a:ext cx="886750" cy="6858000"/>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B30D49-C2E6-BED3-B20A-52391A0224AD}"/>
              </a:ext>
            </a:extLst>
          </p:cNvPr>
          <p:cNvSpPr>
            <a:spLocks noGrp="1"/>
          </p:cNvSpPr>
          <p:nvPr>
            <p:ph type="title"/>
          </p:nvPr>
        </p:nvSpPr>
        <p:spPr>
          <a:xfrm>
            <a:off x="383366" y="357719"/>
            <a:ext cx="7524502" cy="877729"/>
          </a:xfrm>
        </p:spPr>
        <p:txBody>
          <a:bodyPr anchor="ctr">
            <a:normAutofit fontScale="90000"/>
          </a:bodyPr>
          <a:lstStyle/>
          <a:p>
            <a:r>
              <a:rPr lang="en-US" sz="4000">
                <a:solidFill>
                  <a:srgbClr val="FFFFFF"/>
                </a:solidFill>
              </a:rPr>
              <a:t>Role: SME</a:t>
            </a:r>
            <a:br>
              <a:rPr lang="en-US" sz="4000">
                <a:solidFill>
                  <a:srgbClr val="FFFFFF"/>
                </a:solidFill>
              </a:rPr>
            </a:br>
            <a:r>
              <a:rPr lang="en-US" sz="4000">
                <a:solidFill>
                  <a:srgbClr val="FFFFFF"/>
                </a:solidFill>
              </a:rPr>
              <a:t>Functionality: Review Questions</a:t>
            </a:r>
          </a:p>
        </p:txBody>
      </p:sp>
      <p:sp>
        <p:nvSpPr>
          <p:cNvPr id="16" name="TextBox 15">
            <a:extLst>
              <a:ext uri="{FF2B5EF4-FFF2-40B4-BE49-F238E27FC236}">
                <a16:creationId xmlns:a16="http://schemas.microsoft.com/office/drawing/2014/main" id="{A80B773B-F5CC-FCF2-C2B1-68A62DC16581}"/>
              </a:ext>
            </a:extLst>
          </p:cNvPr>
          <p:cNvSpPr txBox="1"/>
          <p:nvPr/>
        </p:nvSpPr>
        <p:spPr>
          <a:xfrm>
            <a:off x="181615" y="1642563"/>
            <a:ext cx="60091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R="0" lvl="0" algn="l" defTabSz="914400" rtl="0" eaLnBrk="1" fontAlgn="auto" latinLnBrk="0" hangingPunct="1">
              <a:spcBef>
                <a:spcPts val="0"/>
              </a:spcBef>
              <a:spcAft>
                <a:spcPts val="0"/>
              </a:spcAft>
              <a:buClrTx/>
              <a:buSzTx/>
              <a:tabLst/>
              <a:defRPr/>
            </a:pPr>
            <a:r>
              <a:rPr lang="en-US" sz="1200">
                <a:solidFill>
                  <a:srgbClr val="000000"/>
                </a:solidFill>
                <a:effectLst/>
                <a:latin typeface="Arial" panose="020B0604020202020204" pitchFamily="34" charset="0"/>
              </a:rPr>
              <a:t>Clicking the “</a:t>
            </a:r>
            <a:r>
              <a:rPr lang="en-US" sz="1200" b="1">
                <a:solidFill>
                  <a:srgbClr val="000000"/>
                </a:solidFill>
                <a:effectLst/>
                <a:latin typeface="Arial" panose="020B0604020202020204" pitchFamily="34" charset="0"/>
              </a:rPr>
              <a:t>My Pending Review” </a:t>
            </a:r>
            <a:r>
              <a:rPr lang="en-US" sz="1200">
                <a:solidFill>
                  <a:srgbClr val="000000"/>
                </a:solidFill>
                <a:latin typeface="Arial" panose="020B0604020202020204" pitchFamily="34" charset="0"/>
              </a:rPr>
              <a:t>t</a:t>
            </a:r>
            <a:r>
              <a:rPr lang="en-US" sz="1200">
                <a:solidFill>
                  <a:srgbClr val="000000"/>
                </a:solidFill>
                <a:effectLst/>
                <a:latin typeface="Arial" panose="020B0604020202020204" pitchFamily="34" charset="0"/>
              </a:rPr>
              <a:t>ab should display only the MCQs that have been assigned to the </a:t>
            </a:r>
            <a:r>
              <a:rPr lang="en-US" sz="1200">
                <a:solidFill>
                  <a:srgbClr val="000000"/>
                </a:solidFill>
                <a:latin typeface="Arial" panose="020B0604020202020204" pitchFamily="34" charset="0"/>
              </a:rPr>
              <a:t>SME by the Admin and have the status of </a:t>
            </a:r>
            <a:r>
              <a:rPr lang="en-US" sz="1200" b="1">
                <a:solidFill>
                  <a:srgbClr val="000000"/>
                </a:solidFill>
                <a:latin typeface="Arial" panose="020B0604020202020204" pitchFamily="34" charset="0"/>
              </a:rPr>
              <a:t>“Under Review”</a:t>
            </a:r>
            <a:r>
              <a:rPr lang="en-US" sz="1200">
                <a:solidFill>
                  <a:srgbClr val="000000"/>
                </a:solidFill>
                <a:latin typeface="Arial" panose="020B0604020202020204" pitchFamily="34" charset="0"/>
              </a:rPr>
              <a:t> in the database. These MCQs should be displayed with a “Pending” label in UI.</a:t>
            </a: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a:endParaRPr>
          </a:p>
        </p:txBody>
      </p:sp>
      <p:pic>
        <p:nvPicPr>
          <p:cNvPr id="4" name="Picture 3">
            <a:extLst>
              <a:ext uri="{FF2B5EF4-FFF2-40B4-BE49-F238E27FC236}">
                <a16:creationId xmlns:a16="http://schemas.microsoft.com/office/drawing/2014/main" id="{CE7FB7C1-2394-B748-CD66-4EEEE93BAAB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83365" y="2351462"/>
            <a:ext cx="5712635" cy="3721322"/>
          </a:xfrm>
          <a:prstGeom prst="rect">
            <a:avLst/>
          </a:prstGeom>
          <a:ln w="28575">
            <a:solidFill>
              <a:schemeClr val="tx1">
                <a:lumMod val="95000"/>
                <a:lumOff val="5000"/>
              </a:schemeClr>
            </a:solidFill>
          </a:ln>
        </p:spPr>
      </p:pic>
      <p:sp>
        <p:nvSpPr>
          <p:cNvPr id="5" name="TextBox 4">
            <a:extLst>
              <a:ext uri="{FF2B5EF4-FFF2-40B4-BE49-F238E27FC236}">
                <a16:creationId xmlns:a16="http://schemas.microsoft.com/office/drawing/2014/main" id="{860B2E10-77AD-83CB-7607-FF6E26B2E6BF}"/>
              </a:ext>
            </a:extLst>
          </p:cNvPr>
          <p:cNvSpPr txBox="1"/>
          <p:nvPr/>
        </p:nvSpPr>
        <p:spPr>
          <a:xfrm>
            <a:off x="6372350" y="1593167"/>
            <a:ext cx="5724993" cy="3351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marR="0" lvl="0" indent="-228600" algn="l" defTabSz="914400" rtl="0" eaLnBrk="1" fontAlgn="auto" latinLnBrk="0" hangingPunct="1">
              <a:lnSpc>
                <a:spcPct val="150000"/>
              </a:lnSpc>
              <a:spcBef>
                <a:spcPts val="0"/>
              </a:spcBef>
              <a:spcAft>
                <a:spcPts val="0"/>
              </a:spcAft>
              <a:buClrTx/>
              <a:buSzTx/>
              <a:buFont typeface="Courier New"/>
              <a:buChar char="o"/>
              <a:tabLst/>
              <a:defRPr/>
            </a:pPr>
            <a:r>
              <a:rPr lang="en-US" sz="1200">
                <a:solidFill>
                  <a:srgbClr val="000000"/>
                </a:solidFill>
                <a:effectLst/>
                <a:latin typeface="Arial" panose="020B0604020202020204" pitchFamily="34" charset="0"/>
              </a:rPr>
              <a:t>The SME can view the question by clicking the </a:t>
            </a:r>
            <a:r>
              <a:rPr lang="en-US" sz="1200" b="1">
                <a:solidFill>
                  <a:srgbClr val="000000"/>
                </a:solidFill>
                <a:effectLst/>
                <a:latin typeface="Arial" panose="020B0604020202020204" pitchFamily="34" charset="0"/>
              </a:rPr>
              <a:t>View Full Question button</a:t>
            </a:r>
            <a:r>
              <a:rPr lang="en-US" sz="1200" b="1">
                <a:solidFill>
                  <a:srgbClr val="000000"/>
                </a:solidFill>
                <a:latin typeface="Arial" panose="020B0604020202020204" pitchFamily="34" charset="0"/>
              </a:rPr>
              <a:t>.</a:t>
            </a:r>
            <a:endParaRPr kumimoji="0" lang="en-US" sz="1200" b="0" i="0" u="none" strike="noStrike" kern="1200" cap="none" spc="0" normalizeH="0" baseline="0" noProof="0">
              <a:ln>
                <a:noFill/>
              </a:ln>
              <a:solidFill>
                <a:prstClr val="black"/>
              </a:solidFill>
              <a:effectLst/>
              <a:uLnTx/>
              <a:uFillTx/>
              <a:latin typeface="Arial"/>
              <a:ea typeface="+mn-ea"/>
              <a:cs typeface="Arial"/>
            </a:endParaRPr>
          </a:p>
        </p:txBody>
      </p:sp>
      <p:pic>
        <p:nvPicPr>
          <p:cNvPr id="7" name="Picture 6">
            <a:extLst>
              <a:ext uri="{FF2B5EF4-FFF2-40B4-BE49-F238E27FC236}">
                <a16:creationId xmlns:a16="http://schemas.microsoft.com/office/drawing/2014/main" id="{F6F917C1-4D93-DBBF-ED3E-5F3A4E21788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475515" y="2095490"/>
            <a:ext cx="5621828" cy="2686583"/>
          </a:xfrm>
          <a:prstGeom prst="rect">
            <a:avLst/>
          </a:prstGeom>
          <a:ln w="28575">
            <a:solidFill>
              <a:schemeClr val="tx1">
                <a:lumMod val="95000"/>
                <a:lumOff val="5000"/>
              </a:schemeClr>
            </a:solidFill>
          </a:ln>
        </p:spPr>
      </p:pic>
      <p:sp>
        <p:nvSpPr>
          <p:cNvPr id="8" name="TextBox 7">
            <a:extLst>
              <a:ext uri="{FF2B5EF4-FFF2-40B4-BE49-F238E27FC236}">
                <a16:creationId xmlns:a16="http://schemas.microsoft.com/office/drawing/2014/main" id="{A896BAD7-631E-93E9-6AE2-75C94DF20F27}"/>
              </a:ext>
            </a:extLst>
          </p:cNvPr>
          <p:cNvSpPr txBox="1"/>
          <p:nvPr/>
        </p:nvSpPr>
        <p:spPr>
          <a:xfrm>
            <a:off x="6384707" y="4949240"/>
            <a:ext cx="571263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gn="l" rtl="0" eaLnBrk="1" latinLnBrk="0" hangingPunct="1">
              <a:buFont typeface="Arial" panose="020B0604020202020204" pitchFamily="34" charset="0"/>
              <a:buChar char="•"/>
            </a:pPr>
            <a:r>
              <a:rPr lang="en-US" sz="1200">
                <a:solidFill>
                  <a:srgbClr val="000000"/>
                </a:solidFill>
                <a:effectLst/>
                <a:latin typeface="Arial" panose="020B0604020202020204" pitchFamily="34" charset="0"/>
              </a:rPr>
              <a:t>The reviewer SME </a:t>
            </a:r>
            <a:r>
              <a:rPr lang="en-US" sz="1200">
                <a:solidFill>
                  <a:srgbClr val="000000"/>
                </a:solidFill>
                <a:latin typeface="Arial" panose="020B0604020202020204" pitchFamily="34" charset="0"/>
              </a:rPr>
              <a:t>should be able to</a:t>
            </a:r>
            <a:r>
              <a:rPr lang="en-US" sz="1200">
                <a:solidFill>
                  <a:srgbClr val="000000"/>
                </a:solidFill>
                <a:effectLst/>
                <a:latin typeface="Arial" panose="020B0604020202020204" pitchFamily="34" charset="0"/>
              </a:rPr>
              <a:t> provide feedback in the Feedback textbox on the main page and approve or reject the question.</a:t>
            </a:r>
          </a:p>
          <a:p>
            <a:pPr algn="l" rtl="0" eaLnBrk="1" latinLnBrk="0" hangingPunct="1"/>
            <a:endParaRPr lang="en-US" sz="1200">
              <a:solidFill>
                <a:srgbClr val="000000"/>
              </a:solidFill>
              <a:effectLst/>
              <a:latin typeface="Arial" panose="020B0604020202020204" pitchFamily="34" charset="0"/>
            </a:endParaRPr>
          </a:p>
          <a:p>
            <a:pPr marL="171450" indent="-171450" algn="l" rtl="0" eaLnBrk="1" latinLnBrk="0" hangingPunct="1">
              <a:buFont typeface="Arial" panose="020B0604020202020204" pitchFamily="34" charset="0"/>
              <a:buChar char="•"/>
            </a:pPr>
            <a:r>
              <a:rPr lang="en-US" sz="1200">
                <a:solidFill>
                  <a:srgbClr val="000000"/>
                </a:solidFill>
                <a:effectLst/>
                <a:latin typeface="Arial" panose="020B0604020202020204" pitchFamily="34" charset="0"/>
              </a:rPr>
              <a:t>Once the reviewer SME approves or rejects a question, the updated status (</a:t>
            </a:r>
            <a:r>
              <a:rPr lang="en-US" sz="1200" b="1">
                <a:solidFill>
                  <a:srgbClr val="000000"/>
                </a:solidFill>
                <a:effectLst/>
                <a:latin typeface="Arial" panose="020B0604020202020204" pitchFamily="34" charset="0"/>
              </a:rPr>
              <a:t>Approved</a:t>
            </a:r>
            <a:r>
              <a:rPr lang="en-US" sz="1200">
                <a:solidFill>
                  <a:srgbClr val="000000"/>
                </a:solidFill>
                <a:effectLst/>
                <a:latin typeface="Arial" panose="020B0604020202020204" pitchFamily="34" charset="0"/>
              </a:rPr>
              <a:t> or </a:t>
            </a:r>
            <a:r>
              <a:rPr lang="en-US" sz="1200" b="1">
                <a:solidFill>
                  <a:srgbClr val="000000"/>
                </a:solidFill>
                <a:effectLst/>
                <a:latin typeface="Arial" panose="020B0604020202020204" pitchFamily="34" charset="0"/>
              </a:rPr>
              <a:t>Rejected</a:t>
            </a:r>
            <a:r>
              <a:rPr lang="en-US" sz="1200">
                <a:solidFill>
                  <a:srgbClr val="000000"/>
                </a:solidFill>
                <a:effectLst/>
                <a:latin typeface="Arial" panose="020B0604020202020204" pitchFamily="34" charset="0"/>
              </a:rPr>
              <a:t>) should be reflected under the creator SME’s “</a:t>
            </a:r>
            <a:r>
              <a:rPr lang="en-US" sz="1200" b="1">
                <a:solidFill>
                  <a:srgbClr val="000000"/>
                </a:solidFill>
                <a:effectLst/>
                <a:latin typeface="Arial" panose="020B0604020202020204" pitchFamily="34" charset="0"/>
              </a:rPr>
              <a:t>My Questions</a:t>
            </a:r>
            <a:r>
              <a:rPr lang="en-US" sz="1200">
                <a:solidFill>
                  <a:srgbClr val="000000"/>
                </a:solidFill>
                <a:effectLst/>
                <a:latin typeface="Arial" panose="020B0604020202020204" pitchFamily="34" charset="0"/>
              </a:rPr>
              <a:t>” tab accordingly.</a:t>
            </a:r>
            <a:endParaRPr kumimoji="0" lang="en-US" sz="1200" b="0" i="0" u="none" strike="noStrike" kern="1200" cap="none" spc="0" normalizeH="0" baseline="0" noProof="0">
              <a:ln>
                <a:noFill/>
              </a:ln>
              <a:solidFill>
                <a:prstClr val="black"/>
              </a:solidFill>
              <a:effectLst/>
              <a:uLnTx/>
              <a:uFillTx/>
              <a:latin typeface="Arial"/>
              <a:ea typeface="+mn-ea"/>
              <a:cs typeface="Arial"/>
            </a:endParaRPr>
          </a:p>
        </p:txBody>
      </p:sp>
      <p:sp>
        <p:nvSpPr>
          <p:cNvPr id="3" name="TextBox 2">
            <a:extLst>
              <a:ext uri="{FF2B5EF4-FFF2-40B4-BE49-F238E27FC236}">
                <a16:creationId xmlns:a16="http://schemas.microsoft.com/office/drawing/2014/main" id="{EB527F19-AD2C-7B19-CF14-D828019EAA86}"/>
              </a:ext>
            </a:extLst>
          </p:cNvPr>
          <p:cNvSpPr txBox="1"/>
          <p:nvPr/>
        </p:nvSpPr>
        <p:spPr>
          <a:xfrm>
            <a:off x="73326" y="6500281"/>
            <a:ext cx="102506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r>
              <a:rPr lang="en-US" sz="1200">
                <a:solidFill>
                  <a:srgbClr val="C00000"/>
                </a:solidFill>
                <a:latin typeface="Calibri"/>
                <a:cs typeface="Calibri"/>
              </a:rPr>
              <a:t>Kindly note this page is for reference only and participants have the liberty to design it as per their ideas</a:t>
            </a:r>
            <a:r>
              <a:rPr lang="en-US" sz="1400">
                <a:solidFill>
                  <a:prstClr val="black"/>
                </a:solidFill>
                <a:latin typeface="Calibri"/>
                <a:cs typeface="Calibri"/>
              </a:rPr>
              <a:t>.</a:t>
            </a:r>
            <a:r>
              <a:rPr lang="en-US" sz="1200">
                <a:solidFill>
                  <a:srgbClr val="C00000"/>
                </a:solidFill>
                <a:latin typeface="Calibri"/>
                <a:cs typeface="Calibri"/>
              </a:rPr>
              <a:t> Sample technology stack list is given in </a:t>
            </a:r>
            <a:r>
              <a:rPr lang="en-US" sz="1200" b="1">
                <a:solidFill>
                  <a:srgbClr val="C00000"/>
                </a:solidFill>
                <a:latin typeface="Calibri"/>
                <a:cs typeface="Calibri"/>
              </a:rPr>
              <a:t>slide 5</a:t>
            </a:r>
            <a:r>
              <a:rPr lang="en-US" sz="1200">
                <a:solidFill>
                  <a:srgbClr val="C00000"/>
                </a:solidFill>
                <a:latin typeface="Calibri"/>
                <a:cs typeface="Calibri"/>
              </a:rPr>
              <a:t>.</a:t>
            </a:r>
          </a:p>
        </p:txBody>
      </p:sp>
      <p:sp>
        <p:nvSpPr>
          <p:cNvPr id="6" name="Arrow: Down 5">
            <a:extLst>
              <a:ext uri="{FF2B5EF4-FFF2-40B4-BE49-F238E27FC236}">
                <a16:creationId xmlns:a16="http://schemas.microsoft.com/office/drawing/2014/main" id="{7286A942-1523-4022-50C7-B6CBBE7B6D21}"/>
              </a:ext>
            </a:extLst>
          </p:cNvPr>
          <p:cNvSpPr/>
          <p:nvPr/>
        </p:nvSpPr>
        <p:spPr>
          <a:xfrm rot="16200000">
            <a:off x="6066729" y="3261367"/>
            <a:ext cx="438057" cy="7041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0038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AD736B-CC19-FFC0-6F22-A10F35392335}"/>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3D16674-7CF6-E72B-2DE6-CF8AE0A35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B173BB78-C4D5-5877-9FCD-EFFB28BCB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F5A85BD4-4B41-B3AD-263D-DF871276F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Rectangle 25" hidden="1">
            <a:extLst>
              <a:ext uri="{FF2B5EF4-FFF2-40B4-BE49-F238E27FC236}">
                <a16:creationId xmlns:a16="http://schemas.microsoft.com/office/drawing/2014/main" id="{4417B128-9CB6-0BAD-B8C4-3A56053DB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0"/>
            <a:ext cx="886750" cy="6858000"/>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49686B3-4A70-03F5-89A2-A6ED8DCD0FEB}"/>
              </a:ext>
            </a:extLst>
          </p:cNvPr>
          <p:cNvSpPr>
            <a:spLocks noGrp="1"/>
          </p:cNvSpPr>
          <p:nvPr>
            <p:ph type="title"/>
          </p:nvPr>
        </p:nvSpPr>
        <p:spPr>
          <a:xfrm>
            <a:off x="312818" y="301332"/>
            <a:ext cx="11771152" cy="877729"/>
          </a:xfrm>
        </p:spPr>
        <p:txBody>
          <a:bodyPr anchor="ctr">
            <a:normAutofit fontScale="90000"/>
          </a:bodyPr>
          <a:lstStyle/>
          <a:p>
            <a:r>
              <a:rPr lang="en-US" sz="4000">
                <a:solidFill>
                  <a:srgbClr val="FFFFFF"/>
                </a:solidFill>
              </a:rPr>
              <a:t>Role: Admin</a:t>
            </a:r>
            <a:br>
              <a:rPr lang="en-US" sz="4000">
                <a:solidFill>
                  <a:srgbClr val="FFFFFF"/>
                </a:solidFill>
              </a:rPr>
            </a:br>
            <a:r>
              <a:rPr lang="en-US" sz="4000">
                <a:solidFill>
                  <a:srgbClr val="FFFFFF"/>
                </a:solidFill>
              </a:rPr>
              <a:t>Functionality: Update/ Add/ Upload/ Review Questions</a:t>
            </a:r>
          </a:p>
        </p:txBody>
      </p:sp>
      <p:sp>
        <p:nvSpPr>
          <p:cNvPr id="16" name="TextBox 15">
            <a:extLst>
              <a:ext uri="{FF2B5EF4-FFF2-40B4-BE49-F238E27FC236}">
                <a16:creationId xmlns:a16="http://schemas.microsoft.com/office/drawing/2014/main" id="{0E4E8243-3F06-25F9-208D-9EC824BF50AF}"/>
              </a:ext>
            </a:extLst>
          </p:cNvPr>
          <p:cNvSpPr txBox="1"/>
          <p:nvPr/>
        </p:nvSpPr>
        <p:spPr>
          <a:xfrm>
            <a:off x="143112" y="1877287"/>
            <a:ext cx="1094530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eaLnBrk="1" latinLnBrk="0" hangingPunct="1"/>
            <a:r>
              <a:rPr lang="en-US" sz="1600">
                <a:solidFill>
                  <a:srgbClr val="000000"/>
                </a:solidFill>
                <a:effectLst/>
                <a:latin typeface="Arial" panose="020B0604020202020204" pitchFamily="34" charset="0"/>
              </a:rPr>
              <a:t>Admins should follow the same procedure as SMEs when adding, updating or reviewing questions. </a:t>
            </a:r>
          </a:p>
          <a:p>
            <a:pPr algn="l" rtl="0" eaLnBrk="1" latinLnBrk="0" hangingPunct="1"/>
            <a:r>
              <a:rPr lang="en-US" sz="1600">
                <a:solidFill>
                  <a:srgbClr val="000000"/>
                </a:solidFill>
                <a:effectLst/>
                <a:latin typeface="Arial" panose="020B0604020202020204" pitchFamily="34" charset="0"/>
              </a:rPr>
              <a:t>Therefore, the “</a:t>
            </a:r>
            <a:r>
              <a:rPr lang="en-US" sz="1600" b="1">
                <a:solidFill>
                  <a:srgbClr val="000000"/>
                </a:solidFill>
                <a:effectLst/>
                <a:latin typeface="Arial" panose="020B0604020202020204" pitchFamily="34" charset="0"/>
              </a:rPr>
              <a:t>My Questions</a:t>
            </a:r>
            <a:r>
              <a:rPr lang="en-US" sz="1600">
                <a:solidFill>
                  <a:srgbClr val="000000"/>
                </a:solidFill>
                <a:effectLst/>
                <a:latin typeface="Arial" panose="020B0604020202020204" pitchFamily="34" charset="0"/>
              </a:rPr>
              <a:t>” and “</a:t>
            </a:r>
            <a:r>
              <a:rPr lang="en-US" sz="1600" b="1">
                <a:solidFill>
                  <a:srgbClr val="000000"/>
                </a:solidFill>
                <a:effectLst/>
                <a:latin typeface="Arial" panose="020B0604020202020204" pitchFamily="34" charset="0"/>
              </a:rPr>
              <a:t>My Pending Reviews</a:t>
            </a:r>
            <a:r>
              <a:rPr lang="en-US" sz="1600">
                <a:solidFill>
                  <a:srgbClr val="000000"/>
                </a:solidFill>
                <a:effectLst/>
                <a:latin typeface="Arial" panose="020B0604020202020204" pitchFamily="34" charset="0"/>
              </a:rPr>
              <a:t>” interfaces will function identically to those used by SMEs.</a:t>
            </a:r>
          </a:p>
        </p:txBody>
      </p:sp>
    </p:spTree>
    <p:extLst>
      <p:ext uri="{BB962C8B-B14F-4D97-AF65-F5344CB8AC3E}">
        <p14:creationId xmlns:p14="http://schemas.microsoft.com/office/powerpoint/2010/main" val="372738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E1B847-4883-7A35-E477-A5E9A30C9F40}"/>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D685A4C-F3E7-90DB-ABC5-761922A79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Rectangle 26">
            <a:extLst>
              <a:ext uri="{FF2B5EF4-FFF2-40B4-BE49-F238E27FC236}">
                <a16:creationId xmlns:a16="http://schemas.microsoft.com/office/drawing/2014/main" id="{24BB76EA-7B68-13E6-19C1-BE9E99F3D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379EB2F4-C02C-29C5-0196-203979850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Rectangle 25" hidden="1">
            <a:extLst>
              <a:ext uri="{FF2B5EF4-FFF2-40B4-BE49-F238E27FC236}">
                <a16:creationId xmlns:a16="http://schemas.microsoft.com/office/drawing/2014/main" id="{FD4EBA02-3BBA-29D6-2DF2-633E08DE8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0"/>
            <a:ext cx="886750" cy="6858000"/>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232F55A-1FB9-443F-D445-44FD8C933E10}"/>
              </a:ext>
            </a:extLst>
          </p:cNvPr>
          <p:cNvSpPr>
            <a:spLocks noGrp="1"/>
          </p:cNvSpPr>
          <p:nvPr>
            <p:ph type="title"/>
          </p:nvPr>
        </p:nvSpPr>
        <p:spPr>
          <a:xfrm>
            <a:off x="312818" y="301332"/>
            <a:ext cx="9262981" cy="877729"/>
          </a:xfrm>
        </p:spPr>
        <p:txBody>
          <a:bodyPr anchor="ctr">
            <a:normAutofit fontScale="90000"/>
          </a:bodyPr>
          <a:lstStyle/>
          <a:p>
            <a:r>
              <a:rPr lang="en-US" sz="4000">
                <a:solidFill>
                  <a:srgbClr val="FFFFFF"/>
                </a:solidFill>
              </a:rPr>
              <a:t>Role: Admin</a:t>
            </a:r>
            <a:br>
              <a:rPr lang="en-US" sz="4000">
                <a:solidFill>
                  <a:srgbClr val="FFFFFF"/>
                </a:solidFill>
              </a:rPr>
            </a:br>
            <a:r>
              <a:rPr lang="en-US" sz="4000">
                <a:solidFill>
                  <a:srgbClr val="FFFFFF"/>
                </a:solidFill>
              </a:rPr>
              <a:t>Functionality: Question Bank Management</a:t>
            </a:r>
          </a:p>
        </p:txBody>
      </p:sp>
      <p:sp>
        <p:nvSpPr>
          <p:cNvPr id="16" name="TextBox 15">
            <a:extLst>
              <a:ext uri="{FF2B5EF4-FFF2-40B4-BE49-F238E27FC236}">
                <a16:creationId xmlns:a16="http://schemas.microsoft.com/office/drawing/2014/main" id="{30E48A8E-CE1F-ED70-B8D7-149384F8055A}"/>
              </a:ext>
            </a:extLst>
          </p:cNvPr>
          <p:cNvSpPr txBox="1"/>
          <p:nvPr/>
        </p:nvSpPr>
        <p:spPr>
          <a:xfrm>
            <a:off x="133490" y="1698195"/>
            <a:ext cx="6014649"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gn="l" rtl="0" eaLnBrk="1" latinLnBrk="0" hangingPunct="1">
              <a:buFont typeface="Arial" panose="020B0604020202020204" pitchFamily="34" charset="0"/>
              <a:buChar char="•"/>
            </a:pPr>
            <a:r>
              <a:rPr lang="en-US" sz="1200">
                <a:solidFill>
                  <a:srgbClr val="000000"/>
                </a:solidFill>
                <a:effectLst/>
                <a:latin typeface="Arial" panose="020B0604020202020204" pitchFamily="34" charset="0"/>
              </a:rPr>
              <a:t>After the </a:t>
            </a:r>
            <a:r>
              <a:rPr lang="en-US" sz="1200" b="1">
                <a:solidFill>
                  <a:srgbClr val="000000"/>
                </a:solidFill>
                <a:effectLst/>
                <a:latin typeface="Arial" panose="020B0604020202020204" pitchFamily="34" charset="0"/>
              </a:rPr>
              <a:t>Admin SME</a:t>
            </a:r>
            <a:r>
              <a:rPr lang="en-US" sz="1200">
                <a:solidFill>
                  <a:srgbClr val="000000"/>
                </a:solidFill>
                <a:effectLst/>
                <a:latin typeface="Arial" panose="020B0604020202020204" pitchFamily="34" charset="0"/>
              </a:rPr>
              <a:t> logs in and selects the “</a:t>
            </a:r>
            <a:r>
              <a:rPr lang="en-US" sz="1200" b="1">
                <a:solidFill>
                  <a:srgbClr val="000000"/>
                </a:solidFill>
                <a:effectLst/>
                <a:latin typeface="Arial" panose="020B0604020202020204" pitchFamily="34" charset="0"/>
              </a:rPr>
              <a:t>Question Bank Management” </a:t>
            </a:r>
            <a:r>
              <a:rPr lang="en-US" sz="1200" b="1">
                <a:solidFill>
                  <a:srgbClr val="000000"/>
                </a:solidFill>
                <a:latin typeface="Arial" panose="020B0604020202020204" pitchFamily="34" charset="0"/>
              </a:rPr>
              <a:t>t</a:t>
            </a:r>
            <a:r>
              <a:rPr lang="en-US" sz="1200">
                <a:solidFill>
                  <a:srgbClr val="000000"/>
                </a:solidFill>
                <a:effectLst/>
                <a:latin typeface="Arial" panose="020B0604020202020204" pitchFamily="34" charset="0"/>
              </a:rPr>
              <a:t>ab, all questions from the question bank should appear in a </a:t>
            </a:r>
            <a:r>
              <a:rPr lang="en-US" sz="1200" b="1">
                <a:solidFill>
                  <a:srgbClr val="000000"/>
                </a:solidFill>
                <a:effectLst/>
                <a:latin typeface="Arial" panose="020B0604020202020204" pitchFamily="34" charset="0"/>
              </a:rPr>
              <a:t>paginated tabular UI</a:t>
            </a:r>
            <a:r>
              <a:rPr lang="en-US" sz="1200">
                <a:solidFill>
                  <a:srgbClr val="000000"/>
                </a:solidFill>
                <a:effectLst/>
                <a:latin typeface="Arial" panose="020B0604020202020204" pitchFamily="34" charset="0"/>
              </a:rPr>
              <a:t> showing the creator's SME enterprise ID.</a:t>
            </a:r>
          </a:p>
          <a:p>
            <a:pPr marL="171450" indent="-171450" algn="l" rtl="0" eaLnBrk="1" latinLnBrk="0" hangingPunct="1">
              <a:buFont typeface="Arial" panose="020B0604020202020204" pitchFamily="34" charset="0"/>
              <a:buChar char="•"/>
            </a:pPr>
            <a:endParaRPr lang="en-US" sz="1200">
              <a:solidFill>
                <a:srgbClr val="000000"/>
              </a:solidFill>
              <a:effectLst/>
              <a:latin typeface="Arial" panose="020B0604020202020204" pitchFamily="34" charset="0"/>
            </a:endParaRPr>
          </a:p>
          <a:p>
            <a:pPr marL="171450" indent="-171450" algn="l" rtl="0" eaLnBrk="1" latinLnBrk="0" hangingPunct="1">
              <a:buFont typeface="Arial" panose="020B0604020202020204" pitchFamily="34" charset="0"/>
              <a:buChar char="•"/>
            </a:pPr>
            <a:r>
              <a:rPr lang="en-US" sz="1200">
                <a:solidFill>
                  <a:srgbClr val="000000"/>
                </a:solidFill>
                <a:effectLst/>
                <a:latin typeface="Arial" panose="020B0604020202020204" pitchFamily="34" charset="0"/>
              </a:rPr>
              <a:t>Under Actions column, the “</a:t>
            </a:r>
            <a:r>
              <a:rPr lang="en-US" sz="1200" b="1">
                <a:solidFill>
                  <a:srgbClr val="000000"/>
                </a:solidFill>
                <a:effectLst/>
                <a:latin typeface="Arial" panose="020B0604020202020204" pitchFamily="34" charset="0"/>
              </a:rPr>
              <a:t>Assign Reviewer”</a:t>
            </a:r>
            <a:r>
              <a:rPr lang="en-US" sz="1200">
                <a:solidFill>
                  <a:srgbClr val="000000"/>
                </a:solidFill>
                <a:effectLst/>
                <a:latin typeface="Arial" panose="020B0604020202020204" pitchFamily="34" charset="0"/>
              </a:rPr>
              <a:t> button should allow the Admin to assign an SME reviewer to questions marked as “</a:t>
            </a:r>
            <a:r>
              <a:rPr lang="en-US" sz="1200" b="1">
                <a:solidFill>
                  <a:srgbClr val="000000"/>
                </a:solidFill>
                <a:effectLst/>
                <a:latin typeface="Arial" panose="020B0604020202020204" pitchFamily="34" charset="0"/>
              </a:rPr>
              <a:t>Ready for Review”. </a:t>
            </a:r>
            <a:r>
              <a:rPr lang="en-US" sz="1200">
                <a:solidFill>
                  <a:srgbClr val="000000"/>
                </a:solidFill>
                <a:effectLst/>
                <a:latin typeface="Arial" panose="020B0604020202020204" pitchFamily="34" charset="0"/>
              </a:rPr>
              <a:t>Regardless of the MCQ’s status, the admin can always edit it by selecting the </a:t>
            </a:r>
            <a:r>
              <a:rPr lang="en-US" sz="1200" b="1">
                <a:solidFill>
                  <a:srgbClr val="000000"/>
                </a:solidFill>
                <a:effectLst/>
                <a:latin typeface="Arial" panose="020B0604020202020204" pitchFamily="34" charset="0"/>
              </a:rPr>
              <a:t>Edit</a:t>
            </a:r>
            <a:r>
              <a:rPr lang="en-US" sz="1200">
                <a:solidFill>
                  <a:srgbClr val="000000"/>
                </a:solidFill>
                <a:effectLst/>
                <a:latin typeface="Arial" panose="020B0604020202020204" pitchFamily="34" charset="0"/>
              </a:rPr>
              <a:t> button under Actions column.</a:t>
            </a:r>
            <a:endParaRPr lang="en-US" sz="1200">
              <a:solidFill>
                <a:prstClr val="black"/>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EDF01A3-9D12-0A42-B464-EF2C1D78AEB2}"/>
              </a:ext>
            </a:extLst>
          </p:cNvPr>
          <p:cNvSpPr txBox="1"/>
          <p:nvPr/>
        </p:nvSpPr>
        <p:spPr>
          <a:xfrm>
            <a:off x="6460629" y="1750440"/>
            <a:ext cx="559788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gn="just" rtl="0" eaLnBrk="1" latinLnBrk="0" hangingPunct="1">
              <a:buFont typeface="Arial" panose="020B0604020202020204" pitchFamily="34" charset="0"/>
              <a:buChar char="•"/>
            </a:pPr>
            <a:r>
              <a:rPr lang="en-US" sz="1200">
                <a:solidFill>
                  <a:srgbClr val="000000"/>
                </a:solidFill>
                <a:effectLst/>
                <a:latin typeface="Arial" panose="020B0604020202020204" pitchFamily="34" charset="0"/>
              </a:rPr>
              <a:t>Clicking the “</a:t>
            </a:r>
            <a:r>
              <a:rPr lang="en-US" sz="1200" b="1">
                <a:solidFill>
                  <a:srgbClr val="000000"/>
                </a:solidFill>
                <a:effectLst/>
                <a:latin typeface="Arial" panose="020B0604020202020204" pitchFamily="34" charset="0"/>
              </a:rPr>
              <a:t>Assign Reviewer”</a:t>
            </a:r>
            <a:r>
              <a:rPr lang="en-US" sz="1200">
                <a:solidFill>
                  <a:srgbClr val="000000"/>
                </a:solidFill>
                <a:effectLst/>
                <a:latin typeface="Arial" panose="020B0604020202020204" pitchFamily="34" charset="0"/>
              </a:rPr>
              <a:t> button in the Tabular UI should open a form where the Admin can select a reviewer SME from a dropdown list. This dialog box should include details such as the Question’s Technology Stack, Topic, and the enterprise ID of the Creator SME.</a:t>
            </a:r>
          </a:p>
          <a:p>
            <a:pPr algn="just" rtl="0" eaLnBrk="1" latinLnBrk="0" hangingPunct="1"/>
            <a:endParaRPr lang="en-US" sz="1200">
              <a:solidFill>
                <a:srgbClr val="000000"/>
              </a:solidFill>
              <a:effectLst/>
              <a:latin typeface="Arial" panose="020B0604020202020204" pitchFamily="34" charset="0"/>
            </a:endParaRPr>
          </a:p>
          <a:p>
            <a:pPr marL="171450" indent="-171450" algn="just">
              <a:buFont typeface="Arial" panose="020B0604020202020204" pitchFamily="34" charset="0"/>
              <a:buChar char="•"/>
            </a:pPr>
            <a:r>
              <a:rPr lang="en-US" sz="1200">
                <a:solidFill>
                  <a:srgbClr val="000000"/>
                </a:solidFill>
                <a:effectLst/>
                <a:latin typeface="Arial" panose="020B0604020202020204" pitchFamily="34" charset="0"/>
              </a:rPr>
              <a:t>A list of all SME</a:t>
            </a:r>
            <a:r>
              <a:rPr lang="en-US" sz="1200">
                <a:solidFill>
                  <a:srgbClr val="000000"/>
                </a:solidFill>
                <a:latin typeface="Arial" panose="020B0604020202020204" pitchFamily="34" charset="0"/>
              </a:rPr>
              <a:t>s that match the MCQ’s technology stack should </a:t>
            </a:r>
            <a:r>
              <a:rPr lang="en-US" sz="1200">
                <a:solidFill>
                  <a:srgbClr val="000000"/>
                </a:solidFill>
                <a:effectLst/>
                <a:latin typeface="Arial" panose="020B0604020202020204" pitchFamily="34" charset="0"/>
              </a:rPr>
              <a:t>be available, excluding the creator SME to avoid self-review. The admin can also assign another admin as the reviewer.</a:t>
            </a:r>
            <a:endParaRPr kumimoji="0" lang="en-US" sz="12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EFF3B6F-282D-A73B-9166-B137D1786AD8}"/>
              </a:ext>
            </a:extLst>
          </p:cNvPr>
          <p:cNvSpPr txBox="1"/>
          <p:nvPr/>
        </p:nvSpPr>
        <p:spPr>
          <a:xfrm>
            <a:off x="6657203" y="5736545"/>
            <a:ext cx="530173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lang="en-US" sz="1200">
                <a:solidFill>
                  <a:srgbClr val="000000"/>
                </a:solidFill>
                <a:effectLst/>
                <a:latin typeface="Arial" panose="020B0604020202020204" pitchFamily="34" charset="0"/>
              </a:rPr>
              <a:t>Clicking the “</a:t>
            </a:r>
            <a:r>
              <a:rPr lang="en-US" sz="1200" b="1">
                <a:solidFill>
                  <a:srgbClr val="000000"/>
                </a:solidFill>
                <a:effectLst/>
                <a:latin typeface="Arial" panose="020B0604020202020204" pitchFamily="34" charset="0"/>
              </a:rPr>
              <a:t>Assign” </a:t>
            </a:r>
            <a:r>
              <a:rPr lang="en-US" sz="1200">
                <a:solidFill>
                  <a:srgbClr val="000000"/>
                </a:solidFill>
                <a:effectLst/>
                <a:latin typeface="Arial" panose="020B0604020202020204" pitchFamily="34" charset="0"/>
              </a:rPr>
              <a:t>button should assign the chosen SME as the reviewer and the MCQ status should change to “</a:t>
            </a:r>
            <a:r>
              <a:rPr lang="en-US" sz="1200" b="1">
                <a:solidFill>
                  <a:srgbClr val="000000"/>
                </a:solidFill>
                <a:effectLst/>
                <a:latin typeface="Arial" panose="020B0604020202020204" pitchFamily="34" charset="0"/>
              </a:rPr>
              <a:t>Under Review</a:t>
            </a:r>
            <a:r>
              <a:rPr lang="en-US" sz="1200">
                <a:solidFill>
                  <a:srgbClr val="000000"/>
                </a:solidFill>
                <a:effectLst/>
                <a:latin typeface="Arial" panose="020B0604020202020204" pitchFamily="34" charset="0"/>
              </a:rPr>
              <a:t>” in the database. This change should also be visible on the “</a:t>
            </a:r>
            <a:r>
              <a:rPr lang="en-US" sz="1200" b="1">
                <a:solidFill>
                  <a:srgbClr val="000000"/>
                </a:solidFill>
                <a:effectLst/>
                <a:latin typeface="Arial" panose="020B0604020202020204" pitchFamily="34" charset="0"/>
              </a:rPr>
              <a:t>Question Bank Management</a:t>
            </a:r>
            <a:r>
              <a:rPr lang="en-US" sz="1200">
                <a:solidFill>
                  <a:srgbClr val="000000"/>
                </a:solidFill>
                <a:effectLst/>
                <a:latin typeface="Arial" panose="020B0604020202020204" pitchFamily="34" charset="0"/>
              </a:rPr>
              <a:t>” screen.</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C0763F5-198E-C42F-709C-B840D5F2810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737520" y="3590035"/>
            <a:ext cx="5235947" cy="2007893"/>
          </a:xfrm>
          <a:prstGeom prst="rect">
            <a:avLst/>
          </a:prstGeom>
          <a:ln w="28575">
            <a:solidFill>
              <a:schemeClr val="tx1">
                <a:lumMod val="95000"/>
                <a:lumOff val="5000"/>
              </a:schemeClr>
            </a:solidFill>
          </a:ln>
        </p:spPr>
      </p:pic>
      <p:sp>
        <p:nvSpPr>
          <p:cNvPr id="3" name="TextBox 2">
            <a:extLst>
              <a:ext uri="{FF2B5EF4-FFF2-40B4-BE49-F238E27FC236}">
                <a16:creationId xmlns:a16="http://schemas.microsoft.com/office/drawing/2014/main" id="{99BF1234-700A-1B7F-FCE7-0FC332610795}"/>
              </a:ext>
            </a:extLst>
          </p:cNvPr>
          <p:cNvSpPr txBox="1"/>
          <p:nvPr/>
        </p:nvSpPr>
        <p:spPr>
          <a:xfrm>
            <a:off x="294528" y="6521493"/>
            <a:ext cx="102506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r>
              <a:rPr lang="en-US" sz="1200">
                <a:solidFill>
                  <a:srgbClr val="C00000"/>
                </a:solidFill>
                <a:latin typeface="Calibri"/>
                <a:cs typeface="Calibri"/>
              </a:rPr>
              <a:t>Kindly note this page is for reference only and participants have the liberty to design it as per their ideas</a:t>
            </a:r>
            <a:r>
              <a:rPr lang="en-US" sz="1400">
                <a:solidFill>
                  <a:prstClr val="black"/>
                </a:solidFill>
                <a:latin typeface="Calibri"/>
                <a:cs typeface="Calibri"/>
              </a:rPr>
              <a:t>.</a:t>
            </a:r>
            <a:r>
              <a:rPr lang="en-US" sz="1200">
                <a:solidFill>
                  <a:srgbClr val="C00000"/>
                </a:solidFill>
                <a:latin typeface="Calibri"/>
                <a:cs typeface="Calibri"/>
              </a:rPr>
              <a:t> Sample technology stack list is given in </a:t>
            </a:r>
            <a:r>
              <a:rPr lang="en-US" sz="1200" b="1">
                <a:solidFill>
                  <a:srgbClr val="C00000"/>
                </a:solidFill>
                <a:latin typeface="Calibri"/>
                <a:cs typeface="Calibri"/>
              </a:rPr>
              <a:t>slide 5</a:t>
            </a:r>
            <a:r>
              <a:rPr lang="en-US" sz="1200">
                <a:solidFill>
                  <a:srgbClr val="C00000"/>
                </a:solidFill>
                <a:latin typeface="Calibri"/>
                <a:cs typeface="Calibri"/>
              </a:rPr>
              <a:t>.</a:t>
            </a:r>
          </a:p>
        </p:txBody>
      </p:sp>
      <p:pic>
        <p:nvPicPr>
          <p:cNvPr id="12" name="Picture 11">
            <a:extLst>
              <a:ext uri="{FF2B5EF4-FFF2-40B4-BE49-F238E27FC236}">
                <a16:creationId xmlns:a16="http://schemas.microsoft.com/office/drawing/2014/main" id="{DC1FFBDA-F5F5-F5E5-7CF3-830F9F7D75EF}"/>
              </a:ext>
            </a:extLst>
          </p:cNvPr>
          <p:cNvPicPr>
            <a:picLocks noChangeAspect="1"/>
          </p:cNvPicPr>
          <p:nvPr/>
        </p:nvPicPr>
        <p:blipFill>
          <a:blip r:embed="rId4"/>
          <a:stretch>
            <a:fillRect/>
          </a:stretch>
        </p:blipFill>
        <p:spPr>
          <a:xfrm>
            <a:off x="276467" y="3340914"/>
            <a:ext cx="5819533" cy="3181161"/>
          </a:xfrm>
          <a:prstGeom prst="rect">
            <a:avLst/>
          </a:prstGeom>
          <a:ln w="28575">
            <a:solidFill>
              <a:schemeClr val="tx1">
                <a:lumMod val="95000"/>
                <a:lumOff val="5000"/>
              </a:schemeClr>
            </a:solidFill>
          </a:ln>
        </p:spPr>
      </p:pic>
      <p:sp>
        <p:nvSpPr>
          <p:cNvPr id="11" name="Arrow: Right 10">
            <a:extLst>
              <a:ext uri="{FF2B5EF4-FFF2-40B4-BE49-F238E27FC236}">
                <a16:creationId xmlns:a16="http://schemas.microsoft.com/office/drawing/2014/main" id="{2DF9BCB6-ED10-3FB4-97EE-3C0A002F2423}"/>
              </a:ext>
            </a:extLst>
          </p:cNvPr>
          <p:cNvSpPr/>
          <p:nvPr/>
        </p:nvSpPr>
        <p:spPr>
          <a:xfrm>
            <a:off x="6102142" y="4225073"/>
            <a:ext cx="601361" cy="490351"/>
          </a:xfrm>
          <a:prstGeom prst="rightArrow">
            <a:avLst>
              <a:gd name="adj1" fmla="val 42148"/>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2012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FC45205-95F8-07EB-E678-66B594EE102E}"/>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a:solidFill>
                  <a:srgbClr val="FFFFFF"/>
                </a:solidFill>
                <a:latin typeface="+mj-lt"/>
                <a:ea typeface="+mj-ea"/>
                <a:cs typeface="+mj-cs"/>
              </a:rPr>
              <a:t>Assumptions</a:t>
            </a:r>
          </a:p>
        </p:txBody>
      </p:sp>
      <p:sp>
        <p:nvSpPr>
          <p:cNvPr id="3" name="Content Placeholder 2">
            <a:extLst>
              <a:ext uri="{FF2B5EF4-FFF2-40B4-BE49-F238E27FC236}">
                <a16:creationId xmlns:a16="http://schemas.microsoft.com/office/drawing/2014/main" id="{C0C1A892-BA91-BC57-B652-464FFC5D2806}"/>
              </a:ext>
            </a:extLst>
          </p:cNvPr>
          <p:cNvSpPr>
            <a:spLocks noGrp="1"/>
          </p:cNvSpPr>
          <p:nvPr>
            <p:ph sz="quarter" idx="10"/>
          </p:nvPr>
        </p:nvSpPr>
        <p:spPr>
          <a:xfrm>
            <a:off x="459350" y="1885279"/>
            <a:ext cx="10983350" cy="1350278"/>
          </a:xfrm>
        </p:spPr>
        <p:txBody>
          <a:bodyPr vert="horz" lIns="91440" tIns="45720" rIns="91440" bIns="45720" rtlCol="0" anchor="ctr">
            <a:normAutofit/>
          </a:bodyPr>
          <a:lstStyle/>
          <a:p>
            <a:pPr>
              <a:lnSpc>
                <a:spcPct val="100000"/>
              </a:lnSpc>
              <a:spcBef>
                <a:spcPts val="0"/>
              </a:spcBef>
            </a:pPr>
            <a:r>
              <a:rPr lang="en-US" sz="1400"/>
              <a:t>There are two user roles: </a:t>
            </a:r>
            <a:r>
              <a:rPr lang="en-US" sz="1400" b="1"/>
              <a:t>SME</a:t>
            </a:r>
            <a:r>
              <a:rPr lang="en-US" sz="1400"/>
              <a:t> and </a:t>
            </a:r>
            <a:r>
              <a:rPr lang="en-US" sz="1400" b="1"/>
              <a:t>Admin</a:t>
            </a:r>
            <a:r>
              <a:rPr lang="en-US" sz="1400"/>
              <a:t>, both of whom can log in and access the site.</a:t>
            </a:r>
          </a:p>
          <a:p>
            <a:pPr>
              <a:lnSpc>
                <a:spcPct val="100000"/>
              </a:lnSpc>
              <a:spcBef>
                <a:spcPts val="0"/>
              </a:spcBef>
            </a:pPr>
            <a:r>
              <a:rPr lang="en-US" sz="1400"/>
              <a:t>A master list of technology stacks and topics is stored in the database and used to populate dropdown lists in the UI for both SMEs and Admins.</a:t>
            </a:r>
          </a:p>
          <a:p>
            <a:pPr>
              <a:lnSpc>
                <a:spcPct val="100000"/>
              </a:lnSpc>
              <a:spcBef>
                <a:spcPts val="0"/>
              </a:spcBef>
            </a:pPr>
            <a:r>
              <a:rPr lang="en-US" sz="1400"/>
              <a:t>The database will contain a master list of SMEs tagged with their specific skills (technology stacks).</a:t>
            </a:r>
          </a:p>
          <a:p>
            <a:pPr>
              <a:lnSpc>
                <a:spcPct val="100000"/>
              </a:lnSpc>
              <a:spcBef>
                <a:spcPts val="0"/>
              </a:spcBef>
            </a:pPr>
            <a:r>
              <a:rPr lang="en-US" sz="1400"/>
              <a:t>For bulk uploading MCQs through the application UI, refer to the attached Excel file: </a:t>
            </a:r>
            <a:r>
              <a:rPr lang="en-US" sz="1400">
                <a:hlinkClick r:id="rId2"/>
              </a:rPr>
              <a:t>Template_MCQs.xlsx</a:t>
            </a:r>
            <a:endParaRPr lang="en-US" sz="1400"/>
          </a:p>
        </p:txBody>
      </p:sp>
    </p:spTree>
    <p:extLst>
      <p:ext uri="{BB962C8B-B14F-4D97-AF65-F5344CB8AC3E}">
        <p14:creationId xmlns:p14="http://schemas.microsoft.com/office/powerpoint/2010/main" val="1886989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FC45205-95F8-07EB-E678-66B594EE102E}"/>
              </a:ext>
            </a:extLst>
          </p:cNvPr>
          <p:cNvSpPr>
            <a:spLocks noGrp="1"/>
          </p:cNvSpPr>
          <p:nvPr>
            <p:ph type="title"/>
          </p:nvPr>
        </p:nvSpPr>
        <p:spPr>
          <a:xfrm>
            <a:off x="169333" y="275121"/>
            <a:ext cx="6231467" cy="1033669"/>
          </a:xfrm>
        </p:spPr>
        <p:txBody>
          <a:bodyPr vert="horz" lIns="91440" tIns="45720" rIns="91440" bIns="45720" rtlCol="0" anchor="ctr">
            <a:normAutofit/>
          </a:bodyPr>
          <a:lstStyle/>
          <a:p>
            <a:r>
              <a:rPr lang="en-US" sz="4000" kern="1200">
                <a:solidFill>
                  <a:srgbClr val="FFFFFF"/>
                </a:solidFill>
                <a:latin typeface="+mj-lt"/>
                <a:ea typeface="+mj-ea"/>
                <a:cs typeface="+mj-cs"/>
              </a:rPr>
              <a:t>Sample Quiz Question data </a:t>
            </a:r>
          </a:p>
        </p:txBody>
      </p:sp>
      <p:graphicFrame>
        <p:nvGraphicFramePr>
          <p:cNvPr id="9" name="Table 8">
            <a:extLst>
              <a:ext uri="{FF2B5EF4-FFF2-40B4-BE49-F238E27FC236}">
                <a16:creationId xmlns:a16="http://schemas.microsoft.com/office/drawing/2014/main" id="{7231824C-D2F4-11B4-2410-70356E29422B}"/>
              </a:ext>
            </a:extLst>
          </p:cNvPr>
          <p:cNvGraphicFramePr>
            <a:graphicFrameLocks noGrp="1"/>
          </p:cNvGraphicFramePr>
          <p:nvPr>
            <p:extLst>
              <p:ext uri="{D42A27DB-BD31-4B8C-83A1-F6EECF244321}">
                <p14:modId xmlns:p14="http://schemas.microsoft.com/office/powerpoint/2010/main" val="1522910441"/>
              </p:ext>
            </p:extLst>
          </p:nvPr>
        </p:nvGraphicFramePr>
        <p:xfrm>
          <a:off x="41382" y="1825625"/>
          <a:ext cx="12104314" cy="4041420"/>
        </p:xfrm>
        <a:graphic>
          <a:graphicData uri="http://schemas.openxmlformats.org/drawingml/2006/table">
            <a:tbl>
              <a:tblPr firstRow="1" bandRow="1"/>
              <a:tblGrid>
                <a:gridCol w="1072793">
                  <a:extLst>
                    <a:ext uri="{9D8B030D-6E8A-4147-A177-3AD203B41FA5}">
                      <a16:colId xmlns:a16="http://schemas.microsoft.com/office/drawing/2014/main" val="664530995"/>
                    </a:ext>
                  </a:extLst>
                </a:gridCol>
                <a:gridCol w="2288781">
                  <a:extLst>
                    <a:ext uri="{9D8B030D-6E8A-4147-A177-3AD203B41FA5}">
                      <a16:colId xmlns:a16="http://schemas.microsoft.com/office/drawing/2014/main" val="667286846"/>
                    </a:ext>
                  </a:extLst>
                </a:gridCol>
                <a:gridCol w="787078">
                  <a:extLst>
                    <a:ext uri="{9D8B030D-6E8A-4147-A177-3AD203B41FA5}">
                      <a16:colId xmlns:a16="http://schemas.microsoft.com/office/drawing/2014/main" val="2441185078"/>
                    </a:ext>
                  </a:extLst>
                </a:gridCol>
                <a:gridCol w="972274">
                  <a:extLst>
                    <a:ext uri="{9D8B030D-6E8A-4147-A177-3AD203B41FA5}">
                      <a16:colId xmlns:a16="http://schemas.microsoft.com/office/drawing/2014/main" val="3362198922"/>
                    </a:ext>
                  </a:extLst>
                </a:gridCol>
                <a:gridCol w="937549">
                  <a:extLst>
                    <a:ext uri="{9D8B030D-6E8A-4147-A177-3AD203B41FA5}">
                      <a16:colId xmlns:a16="http://schemas.microsoft.com/office/drawing/2014/main" val="3492200072"/>
                    </a:ext>
                  </a:extLst>
                </a:gridCol>
                <a:gridCol w="995423">
                  <a:extLst>
                    <a:ext uri="{9D8B030D-6E8A-4147-A177-3AD203B41FA5}">
                      <a16:colId xmlns:a16="http://schemas.microsoft.com/office/drawing/2014/main" val="4020391215"/>
                    </a:ext>
                  </a:extLst>
                </a:gridCol>
                <a:gridCol w="1169043">
                  <a:extLst>
                    <a:ext uri="{9D8B030D-6E8A-4147-A177-3AD203B41FA5}">
                      <a16:colId xmlns:a16="http://schemas.microsoft.com/office/drawing/2014/main" val="3148565928"/>
                    </a:ext>
                  </a:extLst>
                </a:gridCol>
                <a:gridCol w="752354">
                  <a:extLst>
                    <a:ext uri="{9D8B030D-6E8A-4147-A177-3AD203B41FA5}">
                      <a16:colId xmlns:a16="http://schemas.microsoft.com/office/drawing/2014/main" val="1296635021"/>
                    </a:ext>
                  </a:extLst>
                </a:gridCol>
                <a:gridCol w="694481">
                  <a:extLst>
                    <a:ext uri="{9D8B030D-6E8A-4147-A177-3AD203B41FA5}">
                      <a16:colId xmlns:a16="http://schemas.microsoft.com/office/drawing/2014/main" val="2530436159"/>
                    </a:ext>
                  </a:extLst>
                </a:gridCol>
                <a:gridCol w="636608">
                  <a:extLst>
                    <a:ext uri="{9D8B030D-6E8A-4147-A177-3AD203B41FA5}">
                      <a16:colId xmlns:a16="http://schemas.microsoft.com/office/drawing/2014/main" val="202267303"/>
                    </a:ext>
                  </a:extLst>
                </a:gridCol>
                <a:gridCol w="1088020">
                  <a:extLst>
                    <a:ext uri="{9D8B030D-6E8A-4147-A177-3AD203B41FA5}">
                      <a16:colId xmlns:a16="http://schemas.microsoft.com/office/drawing/2014/main" val="565529251"/>
                    </a:ext>
                  </a:extLst>
                </a:gridCol>
                <a:gridCol w="709910">
                  <a:extLst>
                    <a:ext uri="{9D8B030D-6E8A-4147-A177-3AD203B41FA5}">
                      <a16:colId xmlns:a16="http://schemas.microsoft.com/office/drawing/2014/main" val="647136152"/>
                    </a:ext>
                  </a:extLst>
                </a:gridCol>
              </a:tblGrid>
              <a:tr h="465134">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Question_id</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Question_Stem</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Option_A</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Option_B</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Option _C</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Option_D</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Correct_answer</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Difficulty</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Stack_id</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Topic_id</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E_id</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tc>
                  <a:txBody>
                    <a:bodyPr/>
                    <a:lstStyle/>
                    <a:p>
                      <a:pPr marL="0" marR="0">
                        <a:lnSpc>
                          <a:spcPct val="115000"/>
                        </a:lnSpc>
                        <a:spcAft>
                          <a:spcPts val="800"/>
                        </a:spcAft>
                        <a:buNone/>
                      </a:pPr>
                      <a:r>
                        <a:rPr lang="en-US" sz="1200" b="1" kern="100">
                          <a:solidFill>
                            <a:srgbClr val="FFFFFF"/>
                          </a:solidFill>
                          <a:effectLst/>
                          <a:latin typeface="Arial" panose="020B0604020202020204" pitchFamily="34" charset="0"/>
                          <a:ea typeface="Aptos" panose="020B0004020202020204" pitchFamily="34" charset="0"/>
                          <a:cs typeface="Arial" panose="020B0604020202020204" pitchFamily="34" charset="0"/>
                        </a:rPr>
                        <a:t>status</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667579446"/>
                  </a:ext>
                </a:extLst>
              </a:tr>
              <a:tr h="1176164">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1001</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Alex is building a microservices-based system using Spring Boot. He wants features like centralized configuration, service discovery, and client-side load balancing without building everything from scratch.</a:t>
                      </a:r>
                      <a:b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b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Which is the </a:t>
                      </a:r>
                      <a:r>
                        <a:rPr lang="en-US" sz="1200" b="0" kern="100">
                          <a:solidFill>
                            <a:srgbClr val="000000"/>
                          </a:solidFill>
                          <a:effectLst/>
                          <a:latin typeface="Arial" panose="020B0604020202020204" pitchFamily="34" charset="0"/>
                          <a:ea typeface="Aptos" panose="020B0004020202020204" pitchFamily="34" charset="0"/>
                          <a:cs typeface="Arial" panose="020B0604020202020204" pitchFamily="34" charset="0"/>
                        </a:rPr>
                        <a:t>primary</a:t>
                      </a:r>
                      <a:r>
                        <a:rPr lang="en-US" sz="1200" b="1" kern="100">
                          <a:solidFill>
                            <a:srgbClr val="000000"/>
                          </a:solidFill>
                          <a:effectLst/>
                          <a:latin typeface="Arial" panose="020B0604020202020204" pitchFamily="34" charset="0"/>
                          <a:ea typeface="Aptos" panose="020B0004020202020204" pitchFamily="34" charset="0"/>
                          <a:cs typeface="Arial" panose="020B0604020202020204" pitchFamily="34" charset="0"/>
                        </a:rPr>
                        <a:t> </a:t>
                      </a:r>
                      <a:r>
                        <a:rPr lang="en-US" sz="1200" b="0" kern="100">
                          <a:solidFill>
                            <a:srgbClr val="000000"/>
                          </a:solidFill>
                          <a:effectLst/>
                          <a:latin typeface="Arial" panose="020B0604020202020204" pitchFamily="34" charset="0"/>
                          <a:ea typeface="Aptos" panose="020B0004020202020204" pitchFamily="34" charset="0"/>
                          <a:cs typeface="Arial" panose="020B0604020202020204" pitchFamily="34" charset="0"/>
                        </a:rPr>
                        <a:t>purpose</a:t>
                      </a: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 of Spring Cloud?</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To replace Spring Boot completely</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To provide tools for building distributed systems and microservices</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To manage only database transactions</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To handle only UI development</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B</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Medium</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1001</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1001</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birendra.kumar.singh</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Ready for review</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852538218"/>
                  </a:ext>
                </a:extLst>
              </a:tr>
              <a:tr h="930196">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1002</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John has multiple instances of a service running dynamically in the cloud. He wants each service to automatically register itself and discover others without hardcoding URLs.</a:t>
                      </a:r>
                      <a:b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b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Which component is used for this purpose?</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Spring MVC</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Eureka Server</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Hibernate</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Apache Tomcat</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B</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Medium</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1001</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1001</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birendra.kumar.singh</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tc>
                  <a:txBody>
                    <a:bodyPr/>
                    <a:lstStyle/>
                    <a:p>
                      <a:pPr marL="0" marR="0">
                        <a:lnSpc>
                          <a:spcPct val="115000"/>
                        </a:lnSpc>
                        <a:spcAft>
                          <a:spcPts val="800"/>
                        </a:spcAft>
                        <a:buNone/>
                      </a:pPr>
                      <a:r>
                        <a:rPr lang="en-US" sz="1200" kern="100">
                          <a:solidFill>
                            <a:srgbClr val="000000"/>
                          </a:solidFill>
                          <a:effectLst/>
                          <a:latin typeface="Arial" panose="020B0604020202020204" pitchFamily="34" charset="0"/>
                          <a:ea typeface="Aptos" panose="020B0004020202020204" pitchFamily="34" charset="0"/>
                          <a:cs typeface="Arial" panose="020B0604020202020204" pitchFamily="34" charset="0"/>
                        </a:rPr>
                        <a:t>Approved</a:t>
                      </a:r>
                      <a:endParaRPr lang="en-US" sz="1200" kern="100">
                        <a:effectLst/>
                        <a:latin typeface="Arial" panose="020B0604020202020204" pitchFamily="34" charset="0"/>
                        <a:ea typeface="Aptos" panose="020B0004020202020204" pitchFamily="34" charset="0"/>
                        <a:cs typeface="Arial" panose="020B0604020202020204" pitchFamily="34" charset="0"/>
                      </a:endParaRPr>
                    </a:p>
                  </a:txBody>
                  <a:tcPr marL="18333" marR="18333" marT="9167" marB="916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04882224"/>
                  </a:ext>
                </a:extLst>
              </a:tr>
            </a:tbl>
          </a:graphicData>
        </a:graphic>
      </p:graphicFrame>
    </p:spTree>
    <p:extLst>
      <p:ext uri="{BB962C8B-B14F-4D97-AF65-F5344CB8AC3E}">
        <p14:creationId xmlns:p14="http://schemas.microsoft.com/office/powerpoint/2010/main" val="2175100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C2F0C8-67B0-956D-82D0-928B105E34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CDFE09-E3FA-DEFA-DBF6-6630EC2F5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6A5F4BFE-16FA-91AE-AAA5-36D3FD99F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FB0AB97F-9941-13FB-E674-CD77050006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419B60FC-C11B-1652-F658-9E105920D4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6C67EF54-934F-E92E-C185-95244F5949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95CCCEC-497C-994F-D99A-5FA32885558A}"/>
              </a:ext>
            </a:extLst>
          </p:cNvPr>
          <p:cNvSpPr>
            <a:spLocks noGrp="1"/>
          </p:cNvSpPr>
          <p:nvPr>
            <p:ph type="title"/>
          </p:nvPr>
        </p:nvSpPr>
        <p:spPr>
          <a:xfrm>
            <a:off x="459346" y="341466"/>
            <a:ext cx="9895951" cy="1033669"/>
          </a:xfrm>
        </p:spPr>
        <p:txBody>
          <a:bodyPr vert="horz" lIns="91440" tIns="45720" rIns="91440" bIns="45720" rtlCol="0" anchor="ctr">
            <a:normAutofit/>
          </a:bodyPr>
          <a:lstStyle/>
          <a:p>
            <a:r>
              <a:rPr lang="en-US" sz="4000">
                <a:solidFill>
                  <a:srgbClr val="FFFFFF"/>
                </a:solidFill>
                <a:latin typeface="+mj-lt"/>
                <a:cs typeface="+mj-cs"/>
              </a:rPr>
              <a:t>Master list of Technology Stack and Topics</a:t>
            </a:r>
            <a:endParaRPr lang="en-US" sz="4000" kern="1200">
              <a:solidFill>
                <a:srgbClr val="FFFFFF"/>
              </a:solidFill>
              <a:latin typeface="+mj-lt"/>
              <a:ea typeface="+mj-ea"/>
              <a:cs typeface="+mj-cs"/>
            </a:endParaRPr>
          </a:p>
        </p:txBody>
      </p:sp>
      <p:graphicFrame>
        <p:nvGraphicFramePr>
          <p:cNvPr id="3" name="Table 2">
            <a:extLst>
              <a:ext uri="{FF2B5EF4-FFF2-40B4-BE49-F238E27FC236}">
                <a16:creationId xmlns:a16="http://schemas.microsoft.com/office/drawing/2014/main" id="{24A2559E-94D1-3C15-3A28-2DEBA4051CE4}"/>
              </a:ext>
            </a:extLst>
          </p:cNvPr>
          <p:cNvGraphicFramePr>
            <a:graphicFrameLocks noGrp="1"/>
          </p:cNvGraphicFramePr>
          <p:nvPr>
            <p:extLst>
              <p:ext uri="{D42A27DB-BD31-4B8C-83A1-F6EECF244321}">
                <p14:modId xmlns:p14="http://schemas.microsoft.com/office/powerpoint/2010/main" val="2693385486"/>
              </p:ext>
            </p:extLst>
          </p:nvPr>
        </p:nvGraphicFramePr>
        <p:xfrm>
          <a:off x="654463" y="1891970"/>
          <a:ext cx="3593446" cy="3307719"/>
        </p:xfrm>
        <a:graphic>
          <a:graphicData uri="http://schemas.openxmlformats.org/drawingml/2006/table">
            <a:tbl>
              <a:tblPr firstRow="1" bandRow="1">
                <a:tableStyleId>{5C22544A-7EE6-4342-B048-85BDC9FD1C3A}</a:tableStyleId>
              </a:tblPr>
              <a:tblGrid>
                <a:gridCol w="1291795">
                  <a:extLst>
                    <a:ext uri="{9D8B030D-6E8A-4147-A177-3AD203B41FA5}">
                      <a16:colId xmlns:a16="http://schemas.microsoft.com/office/drawing/2014/main" val="192514860"/>
                    </a:ext>
                  </a:extLst>
                </a:gridCol>
                <a:gridCol w="2301651">
                  <a:extLst>
                    <a:ext uri="{9D8B030D-6E8A-4147-A177-3AD203B41FA5}">
                      <a16:colId xmlns:a16="http://schemas.microsoft.com/office/drawing/2014/main" val="2514766535"/>
                    </a:ext>
                  </a:extLst>
                </a:gridCol>
              </a:tblGrid>
              <a:tr h="477377">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Stack_id</a:t>
                      </a:r>
                      <a:endParaRPr lang="en-US" sz="14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Stack_name</a:t>
                      </a:r>
                      <a:endParaRPr lang="en-US" sz="14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2405541960"/>
                  </a:ext>
                </a:extLst>
              </a:tr>
              <a:tr h="477377">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1001</a:t>
                      </a:r>
                    </a:p>
                  </a:txBody>
                  <a:tcPr/>
                </a:tc>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Spring Cloud</a:t>
                      </a:r>
                    </a:p>
                  </a:txBody>
                  <a:tcPr/>
                </a:tc>
                <a:extLst>
                  <a:ext uri="{0D108BD9-81ED-4DB2-BD59-A6C34878D82A}">
                    <a16:rowId xmlns:a16="http://schemas.microsoft.com/office/drawing/2014/main" val="1478902976"/>
                  </a:ext>
                </a:extLst>
              </a:tr>
              <a:tr h="477377">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1002</a:t>
                      </a:r>
                    </a:p>
                  </a:txBody>
                  <a:tcPr/>
                </a:tc>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Spring Boot</a:t>
                      </a:r>
                    </a:p>
                  </a:txBody>
                  <a:tcPr/>
                </a:tc>
                <a:extLst>
                  <a:ext uri="{0D108BD9-81ED-4DB2-BD59-A6C34878D82A}">
                    <a16:rowId xmlns:a16="http://schemas.microsoft.com/office/drawing/2014/main" val="729976617"/>
                  </a:ext>
                </a:extLst>
              </a:tr>
              <a:tr h="477377">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1003</a:t>
                      </a:r>
                    </a:p>
                  </a:txBody>
                  <a:tcPr/>
                </a:tc>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Spring Core</a:t>
                      </a:r>
                    </a:p>
                  </a:txBody>
                  <a:tcPr/>
                </a:tc>
                <a:extLst>
                  <a:ext uri="{0D108BD9-81ED-4DB2-BD59-A6C34878D82A}">
                    <a16:rowId xmlns:a16="http://schemas.microsoft.com/office/drawing/2014/main" val="1131816505"/>
                  </a:ext>
                </a:extLst>
              </a:tr>
              <a:tr h="444845">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1004</a:t>
                      </a:r>
                    </a:p>
                  </a:txBody>
                  <a:tcPr/>
                </a:tc>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Spring MVC &amp; REST</a:t>
                      </a:r>
                    </a:p>
                  </a:txBody>
                  <a:tcPr/>
                </a:tc>
                <a:extLst>
                  <a:ext uri="{0D108BD9-81ED-4DB2-BD59-A6C34878D82A}">
                    <a16:rowId xmlns:a16="http://schemas.microsoft.com/office/drawing/2014/main" val="1157337993"/>
                  </a:ext>
                </a:extLst>
              </a:tr>
              <a:tr h="475989">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1005</a:t>
                      </a:r>
                    </a:p>
                  </a:txBody>
                  <a:tcPr/>
                </a:tc>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Spring ORM &amp; Data JPA</a:t>
                      </a:r>
                    </a:p>
                  </a:txBody>
                  <a:tcPr/>
                </a:tc>
                <a:extLst>
                  <a:ext uri="{0D108BD9-81ED-4DB2-BD59-A6C34878D82A}">
                    <a16:rowId xmlns:a16="http://schemas.microsoft.com/office/drawing/2014/main" val="1929745967"/>
                  </a:ext>
                </a:extLst>
              </a:tr>
              <a:tr h="477377">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1006</a:t>
                      </a:r>
                    </a:p>
                  </a:txBody>
                  <a:tcPr/>
                </a:tc>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Core Java</a:t>
                      </a:r>
                    </a:p>
                  </a:txBody>
                  <a:tcPr/>
                </a:tc>
                <a:extLst>
                  <a:ext uri="{0D108BD9-81ED-4DB2-BD59-A6C34878D82A}">
                    <a16:rowId xmlns:a16="http://schemas.microsoft.com/office/drawing/2014/main" val="3954885609"/>
                  </a:ext>
                </a:extLst>
              </a:tr>
            </a:tbl>
          </a:graphicData>
        </a:graphic>
      </p:graphicFrame>
      <p:graphicFrame>
        <p:nvGraphicFramePr>
          <p:cNvPr id="5" name="Table 4">
            <a:extLst>
              <a:ext uri="{FF2B5EF4-FFF2-40B4-BE49-F238E27FC236}">
                <a16:creationId xmlns:a16="http://schemas.microsoft.com/office/drawing/2014/main" id="{20DB4255-AAAF-056E-D453-5F977A6FC320}"/>
              </a:ext>
            </a:extLst>
          </p:cNvPr>
          <p:cNvGraphicFramePr>
            <a:graphicFrameLocks noGrp="1"/>
          </p:cNvGraphicFramePr>
          <p:nvPr>
            <p:extLst>
              <p:ext uri="{D42A27DB-BD31-4B8C-83A1-F6EECF244321}">
                <p14:modId xmlns:p14="http://schemas.microsoft.com/office/powerpoint/2010/main" val="2692703989"/>
              </p:ext>
            </p:extLst>
          </p:nvPr>
        </p:nvGraphicFramePr>
        <p:xfrm>
          <a:off x="4459265" y="1995044"/>
          <a:ext cx="7465513" cy="2772668"/>
        </p:xfrm>
        <a:graphic>
          <a:graphicData uri="http://schemas.openxmlformats.org/drawingml/2006/table">
            <a:tbl>
              <a:tblPr firstRow="1" bandRow="1">
                <a:tableStyleId>{5C22544A-7EE6-4342-B048-85BDC9FD1C3A}</a:tableStyleId>
              </a:tblPr>
              <a:tblGrid>
                <a:gridCol w="1059620">
                  <a:extLst>
                    <a:ext uri="{9D8B030D-6E8A-4147-A177-3AD203B41FA5}">
                      <a16:colId xmlns:a16="http://schemas.microsoft.com/office/drawing/2014/main" val="1202818639"/>
                    </a:ext>
                  </a:extLst>
                </a:gridCol>
                <a:gridCol w="1027951">
                  <a:extLst>
                    <a:ext uri="{9D8B030D-6E8A-4147-A177-3AD203B41FA5}">
                      <a16:colId xmlns:a16="http://schemas.microsoft.com/office/drawing/2014/main" val="3455606986"/>
                    </a:ext>
                  </a:extLst>
                </a:gridCol>
                <a:gridCol w="5377942">
                  <a:extLst>
                    <a:ext uri="{9D8B030D-6E8A-4147-A177-3AD203B41FA5}">
                      <a16:colId xmlns:a16="http://schemas.microsoft.com/office/drawing/2014/main" val="3825325533"/>
                    </a:ext>
                  </a:extLst>
                </a:gridCol>
              </a:tblGrid>
              <a:tr h="280670">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topic_id</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Stack_id</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Topic_name</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3211385333"/>
                  </a:ext>
                </a:extLst>
              </a:tr>
              <a:tr h="284480">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1001</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1001</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Introduction to Spring Cloud</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2501685766"/>
                  </a:ext>
                </a:extLst>
              </a:tr>
              <a:tr h="210185">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1002</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1001</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Service Discovery design pattern – Eureka Server &amp; Discovery Client</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1265373192"/>
                  </a:ext>
                </a:extLst>
              </a:tr>
              <a:tr h="284480">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1003</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1001</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Eureka Heartbeats &amp; Self Preservation</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2766741889"/>
                  </a:ext>
                </a:extLst>
              </a:tr>
              <a:tr h="284480">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1004</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1001</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Spring Cloud Loadbalancer</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376327612"/>
                  </a:ext>
                </a:extLst>
              </a:tr>
              <a:tr h="284480">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1005</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1001</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Spring Cloud OpenFeign</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2420478886"/>
                  </a:ext>
                </a:extLst>
              </a:tr>
              <a:tr h="284480">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1006</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1001</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Resilience4J- Circuit Breaker</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3872420859"/>
                  </a:ext>
                </a:extLst>
              </a:tr>
              <a:tr h="0">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1007</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1001</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nSpc>
                          <a:spcPct val="115000"/>
                        </a:lnSpc>
                        <a:spcAft>
                          <a:spcPts val="800"/>
                        </a:spcAft>
                        <a:buNone/>
                      </a:pPr>
                      <a:r>
                        <a:rPr lang="en-US" sz="1400" kern="100">
                          <a:effectLst/>
                          <a:latin typeface="Arial" panose="020B0604020202020204" pitchFamily="34" charset="0"/>
                          <a:cs typeface="Arial" panose="020B0604020202020204" pitchFamily="34" charset="0"/>
                        </a:rPr>
                        <a:t>Spring Boot Actuator</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3522069792"/>
                  </a:ext>
                </a:extLst>
              </a:tr>
            </a:tbl>
          </a:graphicData>
        </a:graphic>
      </p:graphicFrame>
    </p:spTree>
    <p:extLst>
      <p:ext uri="{BB962C8B-B14F-4D97-AF65-F5344CB8AC3E}">
        <p14:creationId xmlns:p14="http://schemas.microsoft.com/office/powerpoint/2010/main" val="816673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33BEA0-E082-9D18-536A-9F7A38501D5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590EA1-AE83-486B-FA22-D050F367A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1A49D095-8C5D-4259-1E02-046FEAD70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E0BC4180-3254-1112-DD80-4D1467E3D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3B889577-A3AF-55FB-6343-5F705875B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7366F566-FF72-3104-61F5-DBE4D8B680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BCFF486-6AE6-2649-BCBC-6681601E311C}"/>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a:solidFill>
                  <a:srgbClr val="FFFFFF"/>
                </a:solidFill>
                <a:latin typeface="+mj-lt"/>
                <a:cs typeface="+mj-cs"/>
              </a:rPr>
              <a:t>Master list of SME Technology Stack Mapping</a:t>
            </a:r>
            <a:endParaRPr lang="en-US" sz="4000" kern="1200">
              <a:solidFill>
                <a:srgbClr val="FFFFFF"/>
              </a:solidFill>
              <a:latin typeface="+mj-lt"/>
              <a:ea typeface="+mj-ea"/>
              <a:cs typeface="+mj-cs"/>
            </a:endParaRPr>
          </a:p>
        </p:txBody>
      </p:sp>
      <p:graphicFrame>
        <p:nvGraphicFramePr>
          <p:cNvPr id="3" name="Table 2">
            <a:extLst>
              <a:ext uri="{FF2B5EF4-FFF2-40B4-BE49-F238E27FC236}">
                <a16:creationId xmlns:a16="http://schemas.microsoft.com/office/drawing/2014/main" id="{108062F6-A8BC-BE20-8975-8F0D87EFC2E9}"/>
              </a:ext>
            </a:extLst>
          </p:cNvPr>
          <p:cNvGraphicFramePr>
            <a:graphicFrameLocks noGrp="1"/>
          </p:cNvGraphicFramePr>
          <p:nvPr>
            <p:extLst>
              <p:ext uri="{D42A27DB-BD31-4B8C-83A1-F6EECF244321}">
                <p14:modId xmlns:p14="http://schemas.microsoft.com/office/powerpoint/2010/main" val="2981126966"/>
              </p:ext>
            </p:extLst>
          </p:nvPr>
        </p:nvGraphicFramePr>
        <p:xfrm>
          <a:off x="1371599" y="2121979"/>
          <a:ext cx="4440478" cy="3905816"/>
        </p:xfrm>
        <a:graphic>
          <a:graphicData uri="http://schemas.openxmlformats.org/drawingml/2006/table">
            <a:tbl>
              <a:tblPr firstRow="1" bandRow="1">
                <a:tableStyleId>{5C22544A-7EE6-4342-B048-85BDC9FD1C3A}</a:tableStyleId>
              </a:tblPr>
              <a:tblGrid>
                <a:gridCol w="2035480">
                  <a:extLst>
                    <a:ext uri="{9D8B030D-6E8A-4147-A177-3AD203B41FA5}">
                      <a16:colId xmlns:a16="http://schemas.microsoft.com/office/drawing/2014/main" val="192514860"/>
                    </a:ext>
                  </a:extLst>
                </a:gridCol>
                <a:gridCol w="2404998">
                  <a:extLst>
                    <a:ext uri="{9D8B030D-6E8A-4147-A177-3AD203B41FA5}">
                      <a16:colId xmlns:a16="http://schemas.microsoft.com/office/drawing/2014/main" val="2514766535"/>
                    </a:ext>
                  </a:extLst>
                </a:gridCol>
              </a:tblGrid>
              <a:tr h="477377">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enterprise_id</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Stack_name</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2405541960"/>
                  </a:ext>
                </a:extLst>
              </a:tr>
              <a:tr h="477377">
                <a:tc>
                  <a:txBody>
                    <a:bodyPr/>
                    <a:lstStyle/>
                    <a:p>
                      <a:pPr marL="0" marR="0" algn="l">
                        <a:lnSpc>
                          <a:spcPct val="115000"/>
                        </a:lnSpc>
                        <a:spcAft>
                          <a:spcPts val="800"/>
                        </a:spcAft>
                        <a:buNone/>
                      </a:pPr>
                      <a:r>
                        <a:rPr lang="en-US" sz="1400" kern="100">
                          <a:effectLst/>
                          <a:latin typeface="Arial" panose="020B0604020202020204" pitchFamily="34" charset="0"/>
                          <a:ea typeface="Aptos" panose="020B0004020202020204" pitchFamily="34" charset="0"/>
                          <a:cs typeface="Arial" panose="020B0604020202020204" pitchFamily="34" charset="0"/>
                        </a:rPr>
                        <a:t>gaurav.a.bhola</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Spring Cloud</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1478902976"/>
                  </a:ext>
                </a:extLst>
              </a:tr>
              <a:tr h="477377">
                <a:tc>
                  <a:txBody>
                    <a:bodyPr/>
                    <a:lstStyle/>
                    <a:p>
                      <a:pPr marL="0" marR="0" algn="l">
                        <a:lnSpc>
                          <a:spcPct val="115000"/>
                        </a:lnSpc>
                        <a:spcAft>
                          <a:spcPts val="800"/>
                        </a:spcAft>
                        <a:buNone/>
                      </a:pPr>
                      <a:r>
                        <a:rPr lang="en-US" sz="1400" kern="100">
                          <a:solidFill>
                            <a:schemeClr val="dk1"/>
                          </a:solidFill>
                          <a:effectLst/>
                          <a:latin typeface="Arial" panose="020B0604020202020204" pitchFamily="34" charset="0"/>
                          <a:ea typeface="Aptos" panose="020B0004020202020204" pitchFamily="34" charset="0"/>
                          <a:cs typeface="Arial" panose="020B0604020202020204" pitchFamily="34" charset="0"/>
                        </a:rPr>
                        <a:t>birendra.kumar.singh</a:t>
                      </a:r>
                    </a:p>
                  </a:txBody>
                  <a:tcPr/>
                </a:tc>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Spring Boot</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729976617"/>
                  </a:ext>
                </a:extLst>
              </a:tr>
              <a:tr h="477377">
                <a:tc>
                  <a:txBody>
                    <a:bodyPr/>
                    <a:lstStyle/>
                    <a:p>
                      <a:pPr marL="0" marR="0" algn="l">
                        <a:lnSpc>
                          <a:spcPct val="115000"/>
                        </a:lnSpc>
                        <a:spcAft>
                          <a:spcPts val="800"/>
                        </a:spcAft>
                        <a:buNone/>
                      </a:pPr>
                      <a:r>
                        <a:rPr lang="en-US" sz="1400" kern="100">
                          <a:effectLst/>
                          <a:latin typeface="Arial" panose="020B0604020202020204" pitchFamily="34" charset="0"/>
                          <a:ea typeface="Aptos" panose="020B0004020202020204" pitchFamily="34" charset="0"/>
                          <a:cs typeface="Arial" panose="020B0604020202020204" pitchFamily="34" charset="0"/>
                        </a:rPr>
                        <a:t>gaurav.a.bhola</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Spring Core</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1131816505"/>
                  </a:ext>
                </a:extLst>
              </a:tr>
              <a:tr h="502935">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divya.madhanasekar</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gn="l">
                        <a:lnSpc>
                          <a:spcPct val="115000"/>
                        </a:lnSpc>
                        <a:spcAft>
                          <a:spcPts val="800"/>
                        </a:spcAft>
                        <a:buNone/>
                      </a:pPr>
                      <a:r>
                        <a:rPr lang="en-US" sz="1400" kern="100">
                          <a:effectLst/>
                          <a:latin typeface="Arial" panose="020B0604020202020204" pitchFamily="34" charset="0"/>
                          <a:cs typeface="Arial" panose="020B0604020202020204" pitchFamily="34" charset="0"/>
                        </a:rPr>
                        <a:t>Spring MVC &amp; REST</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extLst>
                  <a:ext uri="{0D108BD9-81ED-4DB2-BD59-A6C34878D82A}">
                    <a16:rowId xmlns:a16="http://schemas.microsoft.com/office/drawing/2014/main" val="1157337993"/>
                  </a:ext>
                </a:extLst>
              </a:tr>
              <a:tr h="538619">
                <a:tc>
                  <a:txBody>
                    <a:bodyPr/>
                    <a:lstStyle/>
                    <a:p>
                      <a:pPr marL="0" marR="0" algn="l">
                        <a:lnSpc>
                          <a:spcPct val="115000"/>
                        </a:lnSpc>
                        <a:spcAft>
                          <a:spcPts val="800"/>
                        </a:spcAft>
                        <a:buNone/>
                      </a:pPr>
                      <a:r>
                        <a:rPr lang="en-US" sz="1400" kern="100">
                          <a:effectLst/>
                          <a:latin typeface="Arial" panose="020B0604020202020204" pitchFamily="34" charset="0"/>
                          <a:ea typeface="Aptos" panose="020B0004020202020204" pitchFamily="34" charset="0"/>
                          <a:cs typeface="Arial" panose="020B0604020202020204" pitchFamily="34" charset="0"/>
                        </a:rPr>
                        <a:t>divya.madhanasekar</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gn="l">
                        <a:lnSpc>
                          <a:spcPct val="115000"/>
                        </a:lnSpc>
                        <a:spcAft>
                          <a:spcPts val="800"/>
                        </a:spcAft>
                        <a:buNone/>
                      </a:pPr>
                      <a:r>
                        <a:rPr lang="en-US" sz="1400" kern="100">
                          <a:solidFill>
                            <a:schemeClr val="dk1"/>
                          </a:solidFill>
                          <a:effectLst/>
                          <a:latin typeface="Arial" panose="020B0604020202020204" pitchFamily="34" charset="0"/>
                          <a:ea typeface="+mn-ea"/>
                          <a:cs typeface="Arial" panose="020B0604020202020204" pitchFamily="34" charset="0"/>
                        </a:rPr>
                        <a:t>Spring Cloud</a:t>
                      </a:r>
                    </a:p>
                  </a:txBody>
                  <a:tcPr/>
                </a:tc>
                <a:extLst>
                  <a:ext uri="{0D108BD9-81ED-4DB2-BD59-A6C34878D82A}">
                    <a16:rowId xmlns:a16="http://schemas.microsoft.com/office/drawing/2014/main" val="1929745967"/>
                  </a:ext>
                </a:extLst>
              </a:tr>
              <a:tr h="477377">
                <a:tc>
                  <a:txBody>
                    <a:bodyPr/>
                    <a:lstStyle/>
                    <a:p>
                      <a:pPr marL="0" marR="0" algn="l">
                        <a:lnSpc>
                          <a:spcPct val="115000"/>
                        </a:lnSpc>
                        <a:spcAft>
                          <a:spcPts val="800"/>
                        </a:spcAft>
                        <a:buNone/>
                      </a:pPr>
                      <a:r>
                        <a:rPr lang="en-US" sz="1400" kern="100">
                          <a:effectLst/>
                          <a:latin typeface="Arial" panose="020B0604020202020204" pitchFamily="34" charset="0"/>
                          <a:ea typeface="Aptos" panose="020B0004020202020204" pitchFamily="34" charset="0"/>
                          <a:cs typeface="Arial" panose="020B0604020202020204" pitchFamily="34" charset="0"/>
                        </a:rPr>
                        <a:t>swati.avinash.nikam</a:t>
                      </a:r>
                      <a:endParaRPr lang="en-US" sz="2000" kern="100">
                        <a:effectLst/>
                        <a:latin typeface="Arial" panose="020B0604020202020204" pitchFamily="34" charset="0"/>
                        <a:ea typeface="Aptos" panose="020B0004020202020204" pitchFamily="34" charset="0"/>
                        <a:cs typeface="Arial" panose="020B0604020202020204" pitchFamily="34" charset="0"/>
                      </a:endParaRPr>
                    </a:p>
                  </a:txBody>
                  <a:tcPr/>
                </a:tc>
                <a:tc>
                  <a:txBody>
                    <a:bodyPr/>
                    <a:lstStyle/>
                    <a:p>
                      <a:pPr marL="0" marR="0" algn="l">
                        <a:lnSpc>
                          <a:spcPct val="115000"/>
                        </a:lnSpc>
                        <a:spcAft>
                          <a:spcPts val="800"/>
                        </a:spcAft>
                        <a:buNone/>
                      </a:pPr>
                      <a:r>
                        <a:rPr lang="en-US" sz="1400" kern="100">
                          <a:effectLst/>
                          <a:latin typeface="Arial" panose="020B0604020202020204" pitchFamily="34" charset="0"/>
                          <a:ea typeface="Aptos" panose="020B0004020202020204" pitchFamily="34" charset="0"/>
                          <a:cs typeface="Arial" panose="020B0604020202020204" pitchFamily="34" charset="0"/>
                        </a:rPr>
                        <a:t>Spring Boot</a:t>
                      </a:r>
                    </a:p>
                  </a:txBody>
                  <a:tcPr/>
                </a:tc>
                <a:extLst>
                  <a:ext uri="{0D108BD9-81ED-4DB2-BD59-A6C34878D82A}">
                    <a16:rowId xmlns:a16="http://schemas.microsoft.com/office/drawing/2014/main" val="3954885609"/>
                  </a:ext>
                </a:extLst>
              </a:tr>
              <a:tr h="477377">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Aptos" panose="020B0004020202020204" pitchFamily="34" charset="0"/>
                          <a:cs typeface="Arial" panose="020B0604020202020204" pitchFamily="34" charset="0"/>
                        </a:rPr>
                        <a:t>indugu.hari.prasad</a:t>
                      </a:r>
                    </a:p>
                  </a:txBody>
                  <a:tcPr/>
                </a:tc>
                <a:tc>
                  <a:txBody>
                    <a:bodyPr/>
                    <a:lstStyle/>
                    <a:p>
                      <a:pPr marL="0" marR="0" algn="l" defTabSz="914400" rtl="0" eaLnBrk="1" latinLnBrk="0" hangingPunct="1">
                        <a:lnSpc>
                          <a:spcPct val="115000"/>
                        </a:lnSpc>
                        <a:spcAft>
                          <a:spcPts val="800"/>
                        </a:spcAft>
                        <a:buNone/>
                      </a:pPr>
                      <a:r>
                        <a:rPr lang="en-US" sz="1400" kern="100">
                          <a:solidFill>
                            <a:schemeClr val="dk1"/>
                          </a:solidFill>
                          <a:effectLst/>
                          <a:latin typeface="Arial" panose="020B0604020202020204" pitchFamily="34" charset="0"/>
                          <a:ea typeface="Aptos" panose="020B0004020202020204" pitchFamily="34" charset="0"/>
                          <a:cs typeface="Arial" panose="020B0604020202020204" pitchFamily="34" charset="0"/>
                        </a:rPr>
                        <a:t>Spring Cloud</a:t>
                      </a:r>
                    </a:p>
                  </a:txBody>
                  <a:tcPr/>
                </a:tc>
                <a:extLst>
                  <a:ext uri="{0D108BD9-81ED-4DB2-BD59-A6C34878D82A}">
                    <a16:rowId xmlns:a16="http://schemas.microsoft.com/office/drawing/2014/main" val="318719621"/>
                  </a:ext>
                </a:extLst>
              </a:tr>
            </a:tbl>
          </a:graphicData>
        </a:graphic>
      </p:graphicFrame>
    </p:spTree>
    <p:extLst>
      <p:ext uri="{BB962C8B-B14F-4D97-AF65-F5344CB8AC3E}">
        <p14:creationId xmlns:p14="http://schemas.microsoft.com/office/powerpoint/2010/main" val="2188225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0B2976-7E13-980A-4932-786CF28CD3B9}"/>
              </a:ext>
            </a:extLst>
          </p:cNvPr>
          <p:cNvSpPr>
            <a:spLocks noGrp="1"/>
          </p:cNvSpPr>
          <p:nvPr>
            <p:ph sz="quarter" idx="10"/>
          </p:nvPr>
        </p:nvSpPr>
        <p:spPr>
          <a:xfrm>
            <a:off x="166315" y="2495294"/>
            <a:ext cx="11430000" cy="4362706"/>
          </a:xfrm>
        </p:spPr>
        <p:txBody>
          <a:bodyPr>
            <a:normAutofit/>
          </a:bodyPr>
          <a:lstStyle/>
          <a:p>
            <a:pPr marL="0" indent="0" algn="ctr">
              <a:buNone/>
            </a:pPr>
            <a:r>
              <a:rPr lang="en-US" sz="4000">
                <a:solidFill>
                  <a:schemeClr val="accent5">
                    <a:lumMod val="75000"/>
                  </a:schemeClr>
                </a:solidFill>
                <a:latin typeface="Arial Black" panose="020B0A04020102020204" pitchFamily="34" charset="0"/>
              </a:rPr>
              <a:t>THANK YOU !!!</a:t>
            </a:r>
          </a:p>
        </p:txBody>
      </p:sp>
    </p:spTree>
    <p:extLst>
      <p:ext uri="{BB962C8B-B14F-4D97-AF65-F5344CB8AC3E}">
        <p14:creationId xmlns:p14="http://schemas.microsoft.com/office/powerpoint/2010/main" val="2581880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Level 1 Hackathon Guide</vt:lpstr>
      <vt:lpstr>Legend - Abbreviations</vt:lpstr>
      <vt:lpstr>Problem Statement </vt:lpstr>
      <vt:lpstr>Problem Statement </vt:lpstr>
      <vt:lpstr>Problem Statement </vt:lpstr>
      <vt:lpstr>Technology Stack</vt:lpstr>
      <vt:lpstr>Role: SME Functionality: Update Question</vt:lpstr>
      <vt:lpstr>Role: SME Functionality: Add Single Question</vt:lpstr>
      <vt:lpstr>Role: SME Functionality: Upload Bulk Questions</vt:lpstr>
      <vt:lpstr>Role: SME Functionality: Review Questions</vt:lpstr>
      <vt:lpstr>Role: Admin Functionality: Update/ Add/ Upload/ Review Questions</vt:lpstr>
      <vt:lpstr>Role: Admin Functionality: Question Bank Management</vt:lpstr>
      <vt:lpstr>Assumptions</vt:lpstr>
      <vt:lpstr>Sample Quiz Question data </vt:lpstr>
      <vt:lpstr>Master list of Technology Stack and Topics</vt:lpstr>
      <vt:lpstr>Master list of SME Technology Stack Mapping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Problem Statement</dc:title>
  <dc:creator>Krishnan, Anjana</dc:creator>
  <cp:revision>1</cp:revision>
  <dcterms:created xsi:type="dcterms:W3CDTF">2024-05-21T08:37:21Z</dcterms:created>
  <dcterms:modified xsi:type="dcterms:W3CDTF">2026-04-28T13:52:36Z</dcterms:modified>
</cp:coreProperties>
</file>